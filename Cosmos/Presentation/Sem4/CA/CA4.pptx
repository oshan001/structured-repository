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56" r:id="rId3"/>
    <p:sldId id="258" r:id="rId4"/>
    <p:sldId id="259" r:id="rId5"/>
    <p:sldId id="261" r:id="rId6"/>
  </p:sldIdLst>
  <p:sldSz cx="7589838" cy="10698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39" d="100"/>
          <a:sy n="39" d="100"/>
        </p:scale>
        <p:origin x="175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8:55.14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2,'101'-2,"106"4,-141 4,42 2,-91-6,-1 0,0 0,0 2,0 0,28 11,-43-15,-1 0,0 0,0 0,0 0,1 0,-1 0,0 0,0 0,0 0,1 0,-1 0,0 0,0 1,0-1,0 0,1 0,-1 0,0 0,0 0,0 0,0 0,1 0,-1 1,0-1,0 0,0 0,0 0,0 0,0 0,1 1,-1-1,0 0,0 0,0 0,0 0,0 1,0-1,0 0,0 0,0 0,0 1,0-1,0 0,0 0,0 0,0 1,0-1,0 0,0 0,0 0,0 0,0 1,0-1,-1 0,1 0,0 0,0 0,0 1,0-1,0 0,0 0,-1 0,1 0,0 0,0 0,0 1,-22 7,-31 1,-56-7,63-3,34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8:56.40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528 382,'-214'-14,"-7"-1,214 15,-1 1,0-1,0-1,1 0,-1 0,0 0,1-1,-1 0,-11-5,19 6,0 1,-1 0,1 0,0 0,0 0,-1 0,1 0,0-1,0 1,-1 0,1 0,0 0,0-1,0 1,-1 0,1 0,0-1,0 1,0 0,0 0,0-1,-1 1,1 0,0-1,0 1,0 0,0 0,0-1,0 1,0 0,0-1,0 1,0 0,0-1,0 1,0 0,1 0,-1-1,0 1,0 0,0 0,0-1,0 1,1 0,-1 0,0-1,0 1,0 0,1 0,-1-1,0 1,0 0,1 0,-1 0,0 0,0 0,1-1,-1 1,0 0,1 0,20-8,340-71,-162 39,509-131,-669 162,-1 2,50-4,-251 14,-836 31,815-26,171-9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8:58.10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98 16,'287'-15,"-56"15,-518 8,-41-1,433 0,27 1,-86-9,-34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8:59.35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340 213,'-24'-21,"0"1,-1 1,-1 1,0 2,-30-14,28 14,-25-8,38 18,0-1,1 0,-15-11,28 18,1 0,0 0,0 0,0 0,-1 0,1 0,0-1,0 1,0 0,0 0,0 0,-1 0,1 0,0 0,0 0,0-1,0 1,0 0,0 0,-1 0,1 0,0 0,0-1,0 1,0 0,0 0,0 0,0 0,0-1,0 1,0 0,0 0,0 0,0-1,0 1,0 0,0 0,0 0,0 0,0-1,0 1,0 0,0 0,0 0,1 0,-1-1,0 1,0 0,12-3,17 2,136 23,-118-13,1-3,62 2,-98-9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9:06.96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395 114,'163'-2,"173"4,-329-1,0-1,0 1,0 0,-1 1,8 1,-64 4,-12-8,0-2,-65-12,-70-4,147 16,-16-3,0-2,0-4,-102-30,146 29,16 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9:07.70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19:17.347"/>
    </inkml:context>
    <inkml:brush xml:id="br0">
      <inkml:brushProperty name="width" value="0.35" units="cm"/>
      <inkml:brushProperty name="height" value="0.35" units="cm"/>
      <inkml:brushProperty name="color" value="#FFFFFF"/>
    </inkml:brush>
  </inkml:definitions>
  <inkml:trace contextRef="#ctx0" brushRef="#br0">1795 654 24575,'-1'-10'0,"-1"0"0,0 1 0,0-1 0,0 1 0,-2-1 0,1 1 0,-7-13 0,-4-10 0,-69-249 0,83 278 0,-1 0 0,1 0 0,-1-1 0,1 1 0,0-1 0,0 1 0,1-7 0,-1 10 0,0 0 0,1-1 0,-1 1 0,0-1 0,0 1 0,0-1 0,0 1 0,0 0 0,1-1 0,-1 1 0,0-1 0,0 1 0,1 0 0,-1-1 0,0 1 0,1 0 0,-1 0 0,0-1 0,1 1 0,-1 0 0,1 0 0,-1-1 0,0 1 0,1 0 0,0 0 0,0 0 0,0 0 0,-1 0 0,1 0 0,0 1 0,0-1 0,0 0 0,0 0 0,0 1 0,0-1 0,-1 1 0,1-1 0,0 1 0,0-1 0,0 1 0,-1 0 0,1-1 0,0 2 0,6 5 0,-1 0 0,-1 0 0,0 1 0,0 0 0,0 0 0,-1 0 0,6 15 0,18 67 0,-20-59 0,28 91 0,69 279 0,-101-371 0,-2-1 0,-3 61 0,0-29 0,1-58 0,-1 1 0,1-1 0,-1 1 0,0-1 0,0 1 0,0-1 0,0 1 0,-1-1 0,1 0 0,-1 0 0,0 0 0,0 0 0,0 0 0,0 0 0,-1 0 0,1-1 0,-1 1 0,-4 2 0,-5 5 0,-1-2 0,0 1 0,-15 5 0,22-11 0,-5 3 0,0-1 0,0-1 0,-1 0 0,0 0 0,0-1 0,-13 1 0,-4-1 0,-43-2 0,40-3 0,22 1 0,1 0 0,-1 1 0,0 0 0,0 0 0,0 1 0,1 0 0,-13 4 0,22-5 0,-1 0 0,1 0 0,-1 0 0,1 0 0,-1 1 0,1-1 0,-1 0 0,1 0 0,-1 1 0,1-1 0,0 0 0,-1 0 0,1 1 0,-1-1 0,1 1 0,0-1 0,-1 0 0,1 1 0,0-1 0,0 1 0,-1-1 0,1 1 0,0-1 0,0 1 0,-1-1 0,1 1 0,0-1 0,0 1 0,0-1 0,0 1 0,0 0 0,11 14 0,28 10 0,-38-24 0,53 26 0,1-3 0,65 19 0,120 24 0,-75-22 0,-148-40 0,-5-1 0,1-1 0,-1 0 0,1 0 0,22 1 0,-133-11 0,-135-26 0,118 14 0,-4 1 0,-273-34 0,258 52 0,67 0 0,281 19 0,104 5 0,138-18 0,-312-12 0,165-28 0,-148-5 0,-161 39 0,0 0 0,0 0 0,0 0 0,-1 0 0,1 0 0,0-1 0,0 1 0,0 0 0,0 0 0,0 0 0,0 0 0,0 0 0,-1 0 0,1 0 0,0-1 0,0 1 0,0 0 0,0 0 0,0 0 0,0 0 0,0 0 0,0-1 0,0 1 0,0 0 0,0 0 0,0 0 0,0 0 0,0 0 0,0-1 0,0 1 0,0 0 0,0 0 0,0 0 0,0 0 0,0-1 0,0 1 0,0 0 0,0 0 0,0 0 0,0 0 0,0 0 0,1 0 0,-1-1 0,0 1 0,0 0 0,0 0 0,0 0 0,0 0 0,0 0 0,0 0 0,1 0 0,-1 0 0,0-1 0,0 1 0,0 0 0,0 0 0,0 0 0,1 0 0,-1 0 0,0 0 0,0 0 0,1 0 0,-18-7 0,-31-5 0,0 2 0,-1 2 0,-65-3 0,26 4 0,-824-42 0,882 50 0,-46-2 0,64-3 0,13-3 0,22-7 0,88-22 0,220-41 0,-281 67 0,45-9 0,-14 1 0,136-12 0,-189 30 0,-27 1 0,-7 2 0,-60 10 0,-102 10 0,-445 50-1231,-413 54-1400,999-123 2630,-280 51 131,305-54-79,-6 1 685,1 0 1,-1 0-1,0 1 1,-12 6-1,22-6-736,0-1 0,0 1 0,0-1 0,1 1 0,-1-1 0,1 0 0,-1 0 0,1 0 0,0 0 0,3 1 0,-6-3 0,34 21 0,1-3 0,0 0 0,1-2 0,56 16 0,159 26 0,-187-48 0,1-3 0,0-2 0,0-4 0,71-6 0,-134 4 0,0 0 0,0 1 0,0-1 0,0 0 0,0 0 0,0 0 0,-1-1 0,1 1 0,0 0 0,-1-1 0,1 1 0,-1-1 0,1 0 0,-1 1 0,0-1 0,0 0 0,0 0 0,0 0 0,0 1 0,0-1 0,0-3 0,18-51 0,-15 39 0,21-82 0,21-181 0,-29 133 0,29-179 0,-31 265 0,-10 41 0,0-1 0,4-36 0,-8 49 0,-1 0 0,-1 1 0,1-1 0,-1 0 0,0 0 0,-1 1 0,0-1 0,0 1 0,-1-1 0,0 1 0,-5-9 0,-25-51 0,-29-85 0,37 87 0,-11-34 0,32 88-1365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17T13:19:46.20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1132 2301,'69'-1,"75"2,-133 2,-9 1,-19 7,-34 7,-180 26,102-22,-759 114,849-134,36-2,6 0,21 0,258-11,0-12,320-68,-552 81,82-12,-131 22,0 0,0 0,0 0,0 0,0 0,0 0,0 0,0-1,0 1,0 0,0-1,0 1,-1-1,1 1,0-1,0 1,0-1,-1 1,2-2,-1 1,-1 1,0-1,0 0,0 1,-1-1,1 1,0-1,0 0,0 1,0-1,0 1,-1-1,1 1,0-1,-1 1,1-1,0 1,-1-1,1 1,0-1,-1 1,1 0,-1-1,0 1,-42-29,29 20,8 5,1 0,-1-1,1 1,0-1,0-1,1 1,0-1,0 0,0 0,0 0,1 0,0 0,0-1,1 0,0 1,0-1,0 0,1 0,0 0,0-11,1 4,-3-59,7-85,-4 158,0 0,0-1,0 1,0 0,0 0,0-1,0 1,0 0,0 0,0-1,0 1,0 0,0 0,0-1,1 1,-1 0,0 0,0-1,0 1,0 0,0 0,1 0,-1-1,0 1,0 0,0 0,1 0,-1 0,0 0,0-1,1 1,-1 0,0 0,0 0,0 0,1 0,-1 0,0 0,1 0,-1 0,0 0,0 0,1 0,-1 0,0 0,14 10,12 18,-26-27,243 364,-138-196,-164-278,-18-67,-474-1262,535 1389,-74-236,67 200,-15-117,33 109,4 29,0 54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0:15.367"/>
    </inkml:context>
    <inkml:brush xml:id="br0">
      <inkml:brushProperty name="width" value="0.35" units="cm"/>
      <inkml:brushProperty name="height" value="0.35" units="cm"/>
      <inkml:brushProperty name="color" value="#FFFFFF"/>
    </inkml:brush>
  </inkml:definitions>
  <inkml:trace contextRef="#ctx0" brushRef="#br0">350 3 24575,'120'-2'0,"128"4"0,-193 4 0,-23-2 0,36 0 0,412-4 0,-478 0 0,-1 0 0,1-1 0,-1 1 0,1 0 0,-1 1 0,1-1 0,-1 0 0,0 0 0,1 0 0,-1 1 0,1-1 0,-1 1 0,1-1 0,-1 1 0,0 0 0,1 0 0,-1-1 0,0 1 0,0 0 0,0 0 0,0 0 0,0 0 0,0 0 0,0 1 0,0-1 0,1 2 0,-1-1 0,-1 0 0,0 0 0,0 0 0,0 0 0,0 1 0,0-1 0,0 0 0,0 0 0,-1 0 0,1 0 0,-1 0 0,0 0 0,0 0 0,1 0 0,-1 0 0,0 0 0,-1 0 0,0 2 0,-27 42 0,3 2 0,2 1 0,-26 73 0,27-28 0,17-62 0,-19 56 0,21-74 0,0 1 0,1 0 0,1 1 0,0-1 0,0 22 0,-4 35 0,2-36 0,1 1 0,3 44 0,1-43 0,-8 71 0,2-86 0,-1 0 0,-1 0 0,-1-1 0,-1 0 0,-1 0 0,0-1 0,-2 0 0,0-1 0,-2-1 0,0 0 0,-20 21 0,-3-3 0,0-2 0,-2-1 0,-2-2 0,-48 29 0,62-45 0,0-1 0,-2-2 0,1 0 0,-1-2 0,-1-2 0,-39 9 0,13-13 0,101-29 0,221-84 0,198-70 0,114 24 0,-506 139 0,-536 187 0,211-76 0,-15-8 0,244-81 0,-35 7 0,-21 6 0,62-16 0,-1 0 0,0-1 0,0-1 0,0-1 0,0-1 0,-25-2 0,-7 0 0,-113-13 0,152 15 0,-19 0 0,31 0 0,0 0 0,1 0 0,-1-1 0,0 1 0,0 0 0,0 0 0,0 0 0,0 0 0,0 0 0,0 0 0,0 0 0,0 0 0,0 0 0,0 0 0,0 0 0,0 0 0,0 0 0,0 0 0,0 0 0,0 0 0,0-1 0,0 1 0,0 0 0,0 0 0,0 0 0,0 0 0,0 0 0,0 0 0,0 0 0,0 0 0,0 0 0,0 0 0,0 0 0,0 0 0,0 0 0,0 0 0,0 0 0,-1 0 0,1-1 0,0 1 0,0 0 0,0 0 0,0 0 0,0 0 0,0 0 0,0 0 0,0 0 0,0 0 0,0 0 0,19-5 0,64-10 0,161-6 0,90 21 0,-139 2 0,-166-1 0,1 1 0,-1 2 0,0 0 0,0 2 0,-1 2 0,45 16 0,-71-23 0,-1-1 0,1 1 0,0 0 0,-1 0 0,1 0 0,-1 0 0,1 0 0,-1 0 0,1 0 0,-1 1 0,0-1 0,1 0 0,-1 1 0,0-1 0,0 1 0,0-1 0,0 1 0,0 0 0,-1-1 0,1 1 0,0 2 0,0-1 0,-1 0 0,0 0 0,0 0 0,0 0 0,0-1 0,-1 1 0,1 0 0,-1 0 0,0 0 0,0 0 0,0-1 0,-1 4 0,-4 5 0,-1 0 0,1 0 0,-2-1 0,0 0 0,-9 10 0,-51 50 0,-2-3 0,-4-3 0,-2-3 0,-114 69 0,142-105 0,-1-3 0,-1-2 0,-77 20 0,70-23 0,0-3 0,-94 12 0,131-25 0,1 0 0,-1-1 0,0-1 0,-38-6 0,54 6 0,-1-1 0,0 1 0,0-1 0,1 0 0,-1 0 0,1 0 0,-1-1 0,1 0 0,0 0 0,0 0 0,-4-3 0,6 3 0,0 1 0,0-1 0,1 1 0,-1-1 0,1 0 0,-1 0 0,1 0 0,0 1 0,0-1 0,0 0 0,0-1 0,1 1 0,-1 0 0,1 0 0,0 0 0,0 0 0,0 0 0,0 0 0,1-5 0,1 2 0,-1 1 0,1-1 0,0 0 0,1 1 0,-1 0 0,1-1 0,0 1 0,0 0 0,1 0 0,4-4 0,46-47 0,-39 41 0,14-14 0,1 2 0,1 1 0,1 1 0,2 1 0,0 2 0,1 2 0,1 1 0,61-22 0,-28 22 0,1 3 0,74-8 0,-86 12 0,-41 8 0,0 1 0,1 0 0,18-1 0,0 1 0,-35 3 0,0 0 0,1 0 0,-1 0 0,0-1 0,0 1 0,1 0 0,-1-1 0,0 1 0,0 0 0,0-1 0,0 1 0,0-1 0,0 0 0,0 1 0,0-1 0,0 0 0,0 0 0,0 0 0,0 0 0,0 0 0,0 1 0,-1-1 0,1-1 0,0 1 0,0-1 0,-2 1 0,0-1 0,0 1 0,0 0 0,0-1 0,0 1 0,0 0 0,-1 0 0,1 0 0,0 0 0,-1 0 0,1 0 0,-1 0 0,1 1 0,-1-1 0,1 0 0,-1 1 0,1-1 0,-1 1 0,0 0 0,1-1 0,-3 1 0,-1-1 0,-105-27 0,-152-17 0,87 18 0,-193-32 0,189 23 0,178 36 0,-1 0 0,0-1 0,1 1 0,-1-1 0,0 1 0,1-1 0,-1 0 0,1 0 0,-1 1 0,1-1 0,0 0 0,-1 0 0,1-1 0,0 1 0,0 0 0,-2-3 0,2 3 0,1 0 0,-1 0 0,1 0 0,0 0 0,0 0 0,0 0 0,-1 0 0,1 0 0,0 0 0,0 0 0,0 0 0,1 0 0,-1 0 0,0 0 0,0 0 0,1 0 0,-1 0 0,0 0 0,1 0 0,0-1 0,1-3 0,1 1 0,0 1 0,0-1 0,1 0 0,-1 1 0,1-1 0,0 1 0,-1 0 0,2 0 0,3-2 0,43-23 0,81-31 0,19-5 0,-92 36 0,2 3 0,1 3 0,86-20 0,-145 41 0,56-10 0,97-31 0,-140 36 0,201-80 0,-198 75 0,-18 6 0,-13 2 0,-93 2 0,-177 22 0,-54 2 0,183-24 0,174-1 0,0-1 0,1-1 0,-1-1 0,-1-1 0,30-12 0,-24 8 0,119-46 0,-78 28 0,2 3 0,99-22 0,-47 13 0,-37 10 0,-71 21 0,17-3 0,-29 6 0,0 0 0,0 0 0,0-1 0,0 1 0,0-1 0,0 1 0,0 0 0,0-1 0,0 1 0,0-1 0,-1 0 0,1 1 0,0-1 0,0 0 0,-1 0 0,1 1 0,0-1 0,-1 0 0,1 0 0,-1 0 0,1-1 0,-1 2 0,0-1 0,0 0 0,-1 1 0,1-1 0,0 1 0,-1-1 0,1 0 0,-1 1 0,1-1 0,-1 1 0,1 0 0,-1-1 0,1 1 0,-1-1 0,1 1 0,-1 0 0,1-1 0,-1 1 0,0 0 0,1 0 0,-1-1 0,0 1 0,1 0 0,-1 0 0,0 0 0,1 0 0,-1 0 0,0 0 0,1 0 0,-2 0 0,-26-2 0,25 2 0,-136 0 0,-242 31 0,83-5 0,255-25 0,26-1 0,14-1 0,7 1 0,8-1 0,0-1 0,0 0 0,-1-1 0,1 0 0,-1-1 0,13-6 0,10-3 0,66-22 0,402-128 0,-376 121 0,-71 22 0,79-18 0,-114 36 0,-16 2 0,1-1 0,-1 1 0,0-1 0,1 0 0,-1 0 0,4-3 0,-45-2 0,-56 8 0,0 5 0,-131 26 0,113-14 0,-117 4 0,81-8 0,93-8 0,-72 0 0,108-7 0,19 0 0,33 0 0,-17 0 0,65-5 0,-1-3 0,0-4 0,91-25 0,37-6 0,-118 27 0,199-27 0,-229 37 0,1 2 0,105 9 0,-166-5 0,0 0 0,1 0 0,-1 0 0,0 1 0,0-1 0,0 0 0,0 1 0,1-1 0,-1 1 0,0-1 0,0 1 0,0 0 0,0 0 0,0-1 0,0 1 0,0 0 0,0 0 0,0 0 0,-1 0 0,1 0 0,0 0 0,1 2 0,-1-1 0,-1 1 0,1 0 0,0-1 0,-1 1 0,1 0 0,-1-1 0,0 1 0,0 0 0,0 0 0,-1 3 0,-1 8 0,-1 0 0,-1 0 0,-6 18 0,6-22 0,-90 247 0,-27 83 0,66-124 0,-41 334 0,88-451 0,6 167 0,4-124 0,0-111 0,-1-22 0,-1 0 0,1 0 0,-1 0 0,-1 0 0,0 0 0,0 0 0,-3 9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0:18.295"/>
    </inkml:context>
    <inkml:brush xml:id="br0">
      <inkml:brushProperty name="width" value="0.35" units="cm"/>
      <inkml:brushProperty name="height" value="0.35" units="cm"/>
      <inkml:brushProperty name="color" value="#FFFFFF"/>
    </inkml:brush>
  </inkml:definitions>
  <inkml:trace contextRef="#ctx0" brushRef="#br0">1 385 24575,'81'-8'0,"-29"2"0,287-8 0,123 14 0,-452-1 0,-1-1 0,1 0 0,-1 0 0,0-1 0,1 0 0,-1 0 0,0-1 0,-1-1 0,10-5 0,-7 4 0,0 0 0,0 1 0,1 0 0,23-5 0,49-6 0,-1-3 0,106-39 0,-83 23 0,2 4 0,165-24 0,-37 8 0,-147 27 0,-69 17 0,0 1 0,1 1 0,29 2 0,27-2 0,-66-1-1365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0:24.695"/>
    </inkml:context>
    <inkml:brush xml:id="br0">
      <inkml:brushProperty name="width" value="0.35" units="cm"/>
      <inkml:brushProperty name="height" value="0.35" units="cm"/>
      <inkml:brushProperty name="color" value="#FFFFFF"/>
    </inkml:brush>
  </inkml:definitions>
  <inkml:trace contextRef="#ctx0" brushRef="#br0">1630 465 24575,'-77'1'0,"0"-4"0,-150-24 0,114 9 0,75 14 0,0-3 0,-60-16 0,34 4 0,34 11 0,-30-13 0,26 9 0,-59-13 0,12 3 0,-12-9 0,-75-20 0,129 38 0,1-1 0,0-2 0,1-1 0,-51-32 0,78 43-136,0 1-1,1-1 1,-1-1-1,2 1 1,-1-2-1,1 1 1,0-1-1,0 0 0,-10-17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0:30.463"/>
    </inkml:context>
    <inkml:brush xml:id="br0">
      <inkml:brushProperty name="width" value="0.35" units="cm"/>
      <inkml:brushProperty name="height" value="0.35" units="cm"/>
      <inkml:brushProperty name="color" value="#FFFFFF"/>
    </inkml:brush>
  </inkml:definitions>
  <inkml:trace contextRef="#ctx0" brushRef="#br0">1764 931 24438,'-1764'-931'0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0:57.899"/>
    </inkml:context>
    <inkml:brush xml:id="br0">
      <inkml:brushProperty name="width" value="0.05" units="cm"/>
      <inkml:brushProperty name="height" value="0.05" units="cm"/>
      <inkml:brushProperty name="color" value="#FFFFFF"/>
    </inkml:brush>
  </inkml:definitions>
  <inkml:trace contextRef="#ctx0" brushRef="#br0">1 0 24575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1:29.736"/>
    </inkml:context>
    <inkml:brush xml:id="br0">
      <inkml:brushProperty name="width" value="0.05" units="cm"/>
      <inkml:brushProperty name="height" value="0.05" units="cm"/>
      <inkml:brushProperty name="color" value="#FFFFFF"/>
    </inkml:brush>
  </inkml:definitions>
  <inkml:trace contextRef="#ctx0" brushRef="#br0">0 113 24002,'819'-112'0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1:35.376"/>
    </inkml:context>
    <inkml:brush xml:id="br0">
      <inkml:brushProperty name="width" value="0.05" units="cm"/>
      <inkml:brushProperty name="height" value="0.05" units="cm"/>
      <inkml:brushProperty name="color" value="#FFFFFF"/>
    </inkml:brush>
  </inkml:definitions>
  <inkml:trace contextRef="#ctx0" brushRef="#br0">1 0 24575,'1'1'0,"1"-1"0,-1 0 0,1 1 0,0-1 0,-1 1 0,1-1 0,-1 1 0,1 0 0,-1 0 0,0 0 0,1 0 0,-1 0 0,0 0 0,0 0 0,0 0 0,1 0 0,-1 1 0,0-1 0,-1 0 0,3 3 0,17 38 0,-9-17 0,1-5 0,-1 1 0,-1 0 0,13 39 0,-20-44 0,0 1 0,0-1 0,-2 1 0,0 33 0,-2-31 0,2 0 0,0 0 0,6 28 0,-6-43 0,0 0 0,-1-1 0,1 1 0,-1 0 0,0-1 0,1 1 0,-2 0 0,1-1 0,0 1 0,-1 0 0,0-1 0,-1 7 0,-2-4 0,1 0 0,-1 0 0,0 0 0,0 0 0,-6 5 0,2-1 0,5-7-71,0 1 0,0-1 1,-1 0-1,1 0 0,-1 0 0,0-1 0,0 1 0,0-1 0,0 0 0,0 0 0,-1 0 0,1-1 1,-6 2-1,6-2-302,-5 2-6453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1:39.344"/>
    </inkml:context>
    <inkml:brush xml:id="br0">
      <inkml:brushProperty name="width" value="0.05" units="cm"/>
      <inkml:brushProperty name="height" value="0.05" units="cm"/>
      <inkml:brushProperty name="color" value="#FFFFFF"/>
    </inkml:brush>
  </inkml:definitions>
  <inkml:trace contextRef="#ctx0" brushRef="#br0">0 156 24575,'13'-1'0,"0"-1"0,0-1 0,-1 0 0,0-1 0,1 0 0,11-6 0,9-3 0,22-9 0,-35 13 0,0 1 0,35-9 0,-48 16 0,0 0 0,1-1 0,-1 1 0,0-1 0,0-1 0,-1 1 0,1-1 0,0 0 0,8-6 0,-8 4-195,1 1 0,-1-1 0,1 1 0,0 1 0,1-1 0,9-1 0,-7 3-6631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1:56.155"/>
    </inkml:context>
    <inkml:brush xml:id="br0">
      <inkml:brushProperty name="width" value="0.05" units="cm"/>
      <inkml:brushProperty name="height" value="0.05" units="cm"/>
      <inkml:brushProperty name="color" value="#FFFFFF"/>
    </inkml:brush>
  </inkml:definitions>
  <inkml:trace contextRef="#ctx0" brushRef="#br0">189 591 24575,'2'-5'0,"0"0"0,0 1 0,1-1 0,0 1 0,-1 0 0,2-1 0,4-4 0,-1-1 0,64-69 0,6-37 0,-73 110 0,-1-1 0,-1 1 0,1-1 0,-1 0 0,0 0 0,-1 0 0,1-1 0,-1-11 0,-2-65 0,-1 35 0,3 18 0,0 22 0,0 0 0,-1-1 0,0 1 0,-1 0 0,0-1 0,0 1 0,-1 0 0,0 0 0,-5-15 0,3 60 0,2 54 0,5 93 0,5-140 0,-6-36 0,0 0 0,0-1 0,-1 1 0,0 0 0,0 0 0,-1-1 0,0 1 0,0 0 0,-1 0 0,1 0 0,-2 0 0,-1 6 0,3-12 0,0 0 0,0-1 0,-1 1 0,1 0 0,0 0 0,-1-1 0,1 1 0,-1 0 0,1-1 0,-1 1 0,1-1 0,-1 1 0,1 0 0,-1-1 0,0 1 0,1-1 0,-1 0 0,0 1 0,1-1 0,-1 0 0,0 1 0,0-1 0,1 0 0,-1 1 0,0-1 0,0 0 0,-1 0 0,1 0 0,-1-1 0,0 1 0,0-1 0,1 1 0,-1-1 0,0 1 0,1-1 0,-1 0 0,0 0 0,1 0 0,-3-2 0,-5-5 0,1 0 0,0 0 0,-7-10 0,11 13 0,-10-12 0,10 13 0,0 0 0,0 0 0,1 0 0,-1 0 0,1-1 0,0 0 0,0 1 0,1-1 0,0 0 0,-1 0 0,2-1 0,-1 1 0,0 0 0,1-1 0,0 1 0,0-11 0,1 13 0,1 0 0,-1 0 0,0 0 0,-1 0 0,1 0 0,0 0 0,-1 0 0,0 0 0,1 0 0,-1 0 0,0 1 0,-1-1 0,1 0 0,0 1 0,-1-1 0,1 1 0,-1-1 0,0 1 0,0 0 0,0-1 0,0 1 0,0 0 0,-1 0 0,-2-1 0,-58-70 0,43 59 0,15 11 0,18 8 0,0-1 0,-1 0 0,1-1 0,24 2 0,-27-5 0,-1 1 0,1 1 0,0 0 0,-1 0 0,1 1 0,-1 0 0,0 1 0,14 7 0,-21-10 0,0 1 0,0 0 0,0 0 0,-1 0 0,1 0 0,-1 1 0,1-1 0,-1 0 0,0 1 0,0-1 0,0 0 0,0 1 0,0-1 0,-1 1 0,1 0 0,-1-1 0,1 1 0,-1 3 0,-2 57 0,1-37 0,-1 33 0,4 108 0,3-151 0,3-22 0,4-25 0,-11 24 0,5-19 0,-1 0 0,-1-1 0,-1-27 0,-2 47 0,-2 0 0,1 1 0,-1-1 0,0 0 0,0 0 0,-1 1 0,0-1 0,0 1 0,0-1 0,-1 1 0,0 0 0,0 0 0,-1 0 0,0 1 0,0-1 0,0 1 0,-6-6 0,4 4 0,1 1 0,0-1 0,0 1 0,1-2 0,0 1 0,0 0 0,0-1 0,1 0 0,0 1 0,-2-12 0,2 7 0,-1 1 0,0 0 0,-12-20 0,14 27 0,-1 1 0,-1-1 0,1 0 0,-1 1 0,1 0 0,-1 0 0,0 0 0,0 0 0,0 1 0,-1-1 0,1 1 0,0 0 0,-1 0 0,0 1 0,1-1 0,-1 1 0,0 0 0,-5 0 0,-12-1 0,0 1 0,-40 3 0,15 0 0,31 0 0,14 2 0,24 9 0,-4-3 0,112 65 0,-125-73 0,0 0 0,1-1 0,-1 1 0,0-1 0,1 0 0,8 0 0,-11-2 0,0 1 0,0 0 0,0 1 0,0-1 0,1 0 0,-1 1 0,0 0 0,0-1 0,0 1 0,0 1 0,-1-1 0,1 0 0,0 1 0,0-1 0,-1 1 0,1 0 0,-1 0 0,1 0 0,-1 0 0,0 0 0,0 0 0,0 1 0,2 2 0,27 42 0,-24-38 0,-1 0 0,0 0 0,0 1 0,9 21 0,-14-27 0,0 0 0,0 0 0,-1 0 0,1 0 0,-1 0 0,1 0 0,-2 0 0,1 0 0,0 0 0,-1 0 0,1 0 0,-1 0 0,0 0 0,-1 0 0,1 0 0,-1 0 0,1-1 0,-3 5 0,-9 15-227,1 0-1,1 1 1,1 0-1,1 1 1,-6 27-1,13-42-6598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07.936"/>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15.365"/>
    </inkml:context>
    <inkml:brush xml:id="br0">
      <inkml:brushProperty name="width" value="0.05" units="cm"/>
      <inkml:brushProperty name="height" value="0.05" units="cm"/>
      <inkml:brushProperty name="color" value="#FFFFFF"/>
    </inkml:brush>
  </inkml:definitions>
  <inkml:trace contextRef="#ctx0" brushRef="#br0">295 538 24575,'-1'19'0,"0"1"0,-2-1 0,0 0 0,-12 37 0,15-56 0,-7 50 0,7-44 0,0 1 0,0-1 0,-1 0 0,0 1 0,0-1 0,-1 0 0,0 0 0,0 0 0,-4 7 0,0-1 0,0 0 0,1 0 0,0 0 0,1 0 0,0 1 0,1 0 0,-2 24 0,5-37 0,0 0 0,0 0 0,0 0 0,0 1 0,0-1 0,-1 0 0,1 0 0,0 0 0,0 0 0,0 0 0,0 0 0,0 0 0,1 1 0,-1-1 0,0 0 0,0 0 0,0 0 0,0 0 0,0 0 0,0 0 0,0 0 0,0 0 0,0 1 0,0-1 0,0 0 0,0 0 0,0 0 0,0 0 0,0 0 0,0 0 0,1 0 0,-1 0 0,0 0 0,0 0 0,0 0 0,0 0 0,0 0 0,0 0 0,0 0 0,0 0 0,0 1 0,1-1 0,-1 0 0,0 0 0,0 0 0,0 0 0,0 0 0,0 0 0,0-1 0,0 1 0,1 0 0,-1 0 0,0 0 0,0 0 0,0 0 0,0 0 0,0 0 0,8-6 0,5-9 0,15-37 0,-25 43 0,2-1 0,-1 2 0,1-1 0,1 0 0,-1 1 0,9-9 0,-11 12 0,0 0 0,0 0 0,0 0 0,0-1 0,-1 1 0,0-1 0,0 0 0,-1 1 0,1-1 0,-1 0 0,0-7 0,9-31 0,-6 27 0,0-1 0,-1 0 0,-1 1 0,-1-1 0,0 0 0,-2 0 0,-2-18 0,1-22 0,2 40 0,1 6 0,0 0 0,-1 1 0,-1-1 0,0 0 0,-1 1 0,0-1 0,-1 1 0,0-1 0,0 1 0,-8-15 0,-10-15 0,15 27 0,-1 0 0,-18-26 0,-10-18 0,28 44 0,0 0 0,-2 1 0,-15-21 0,21 31 0,0 0 0,0 0 0,-1 0 0,1 0 0,-1 1 0,1-1 0,-1 1 0,0 0 0,0 0 0,0 0 0,0 0 0,0 1 0,-1 0 0,1 0 0,0 0 0,-1 0 0,-5 0 0,-89 3-1365,87-2-5461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40.997"/>
    </inkml:context>
    <inkml:brush xml:id="br0">
      <inkml:brushProperty name="width" value="0.35" units="cm"/>
      <inkml:brushProperty name="height" value="0.35" units="cm"/>
      <inkml:brushProperty name="color" value="#FFFFFF"/>
    </inkml:brush>
  </inkml:definitions>
  <inkml:trace contextRef="#ctx0" brushRef="#br0">1 0 24575,'1'12'0,"0"0"0,1 0 0,1 0 0,0 0 0,9 21 0,6 25 0,44 142 0,-57-185 0,4 9 0,-4-11 0,0-1 0,-1 1 0,-1 1 0,0-1 0,-1 1 0,2 26 0,-5 8 0,-1-23 0,2 1 0,1-1 0,1 1 0,5 27 0,-5-42 0,0 1 0,-1-1 0,0 13 0,0 10 0,-1-34 0,0-1 0,0 1 0,0 0 0,0 0 0,0 0 0,0 0 0,0 0 0,0 0 0,0 0 0,0 0 0,1 0 0,-1 0 0,0 0 0,0 0 0,0 0 0,0 0 0,0 0 0,0 0 0,0 0 0,0 0 0,0 0 0,0 0 0,0 0 0,1 0 0,-1 0 0,0 0 0,0 0 0,0 0 0,0 0 0,0 0 0,0 0 0,0 0 0,0 0 0,0 0 0,0 0 0,0 0 0,0 0 0,1 0 0,-1 0 0,0 0 0,0 0 0,0 0 0,0 0 0,0 0 0,0 0 0,0 0 0,0 0 0,0 0 0,0 1 0,0-1 0,0 0 0,0 0 0,0 0 0,0 0 0,0 0 0,0 0 0,0 0 0,0 0 0,0 0 0,0 0 0,0 0 0,0 1 0,0-1 0,7-11 0,4-16 0,17-47 0,-11 31 0,15-60 0,-16 70-1365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46.024"/>
    </inkml:context>
    <inkml:brush xml:id="br0">
      <inkml:brushProperty name="width" value="0.35" units="cm"/>
      <inkml:brushProperty name="height" value="0.35" units="cm"/>
      <inkml:brushProperty name="color" value="#FFFFFF"/>
    </inkml:brush>
  </inkml:definitions>
  <inkml:trace contextRef="#ctx0" brushRef="#br0">103 313 24575,'-4'-5'0,"0"0"0,1 0 0,-1 0 0,1-1 0,0 1 0,-3-7 0,5 8 0,-1 0 0,1 0 0,-1 1 0,0-1 0,0 1 0,-1-1 0,1 1 0,-1 0 0,0 0 0,0 0 0,0 0 0,0 0 0,0 1 0,0-1 0,-6-2 0,7 4 0,0-1 0,0 1 0,0-1 0,0 1 0,0-1 0,0 0 0,1 1 0,-1-1 0,1 0 0,-1 0 0,1 0 0,0 0 0,-1-1 0,1 1 0,0 0 0,1 0 0,-1-1 0,0 1 0,1-1 0,-1 1 0,1-5 0,-1-7 0,0 1 0,4-27 0,-1 11 0,-2 27 14,0-1-1,0 1 1,0 0-1,1 0 1,-1-1-1,1 1 0,0 0 1,0 0-1,0 0 1,0 0-1,0 0 1,0 0-1,0 0 1,1 0-1,-1 0 1,1 1-1,-1-1 1,1 0-1,0 1 0,-1-1 1,4 0-1,-2-1-220,-1 1-1,1-1 0,0 1 1,0-1-1,-1 0 0,0 0 1,4-6-1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19.796"/>
    </inkml:context>
    <inkml:brush xml:id="br0">
      <inkml:brushProperty name="width" value="0.05" units="cm"/>
      <inkml:brushProperty name="height" value="0.05" units="cm"/>
      <inkml:brushProperty name="color" value="#FFFFFF"/>
    </inkml:brush>
  </inkml:definitions>
  <inkml:trace contextRef="#ctx0" brushRef="#br0">88 0 24575,'-1'2'0,"1"1"0,-1-1 0,1 0 0,-1 1 0,0-1 0,0 0 0,0 0 0,0 0 0,0 0 0,0 0 0,-3 4 0,2-4 0,0 1 0,0 0 0,1-1 0,-1 1 0,1 0 0,0 0 0,-2 5 0,0 11 0,-1-1 0,-1 0 0,-1 0 0,-1 0 0,0-1 0,-17 28 0,24-44 0,-1-1 0,1 1 0,-1 0 0,1-1 0,-1 1 0,1 0 0,0 0 0,-1-1 0,1 1 0,0 0 0,0 0 0,-1 0 0,1-1 0,0 1 0,0 0 0,0 0 0,0 0 0,0 0 0,0-1 0,0 1 0,0 0 0,1 0 0,-1 0 0,0-1 0,0 1 0,1 0 0,-1 0 0,0-1 0,1 1 0,-1 0 0,1 0 0,-1-1 0,1 1 0,-1-1 0,1 1 0,-1 0 0,1-1 0,0 1 0,-1-1 0,1 1 0,0-1 0,-1 0 0,1 1 0,0-1 0,0 0 0,-1 1 0,1-1 0,0 0 0,0 0 0,0 0 0,0 0 0,-1 0 0,1 0 0,0 0 0,1 0 0,10 1 0,0 0 0,-1-1 0,16-2 0,-9 1 0,138 0-1365,-144 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21.642"/>
    </inkml:context>
    <inkml:brush xml:id="br0">
      <inkml:brushProperty name="width" value="0.05" units="cm"/>
      <inkml:brushProperty name="height" value="0.05" units="cm"/>
      <inkml:brushProperty name="color" value="#FFFFFF"/>
    </inkml:brush>
  </inkml:definitions>
  <inkml:trace contextRef="#ctx0" brushRef="#br0">44 764 24575,'-3'-58'0,"-16"-91"0,10 95 0,3 0 0,-1-57 0,8 96 0,0-1 0,1 1 0,0 0 0,2-1 0,-1 1 0,2 0 0,11-25 0,-10 12 0,-6 25 0,0 0 0,0 0 0,1 1 0,-1-1 0,1 0 0,0 0 0,0 0 0,0 0 0,0 1 0,0-1 0,3-3 0,-4 6 0,0 0 0,0-1 0,0 1 0,1 0 0,-1 0 0,0 0 0,0 0 0,1-1 0,-1 1 0,0 0 0,0 0 0,1 0 0,-1 0 0,0 0 0,1 0 0,-1 0 0,0 0 0,0 0 0,1 0 0,-1 0 0,0 0 0,1 0 0,-1 0 0,0 0 0,0 0 0,1 0 0,-1 0 0,0 0 0,1 0 0,-1 0 0,0 0 0,0 1 0,1-1 0,-1 0 0,0 0 0,0 0 0,1 0 0,-1 1 0,0-1 0,9 15 0,0 18 0,2 55 0,-3 0 0,-6 108 0,-2-131 0,0-59 0,1 1 0,1-1 0,-1 1 0,1-1 0,0 0 0,1 1 0,-1-1 0,1-1 0,1 1 0,-1 0 0,8 9 0,-6-9 0,-1 0 0,0 0 0,0 1 0,-1-1 0,1 1 0,-2-1 0,1 1 0,-1 0 0,0 0 0,2 13 0,-4-13 0,2 29 0,-3-32 0,-3-24 0,-73-548 0,71 367 0,7 178 0,1 9-1365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23.300"/>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55.408"/>
    </inkml:context>
    <inkml:brush xml:id="br0">
      <inkml:brushProperty name="width" value="0.35" units="cm"/>
      <inkml:brushProperty name="height" value="0.35" units="cm"/>
      <inkml:brushProperty name="color" value="#FFFFFF"/>
    </inkml:brush>
  </inkml:definitions>
  <inkml:trace contextRef="#ctx0" brushRef="#br0">1131 2273 24575,'0'-26'0,"1"8"0,-2-1 0,-2-19 0,2 33 0,0-1 0,0 0 0,-1 0 0,0 1 0,0-1 0,-1 1 0,1 0 0,-1-1 0,0 1 0,-6-7 0,-5-7 0,2-1 0,0-1 0,0 0 0,-11-33 0,-12-22 0,15 27 0,18 41 0,-1-1 0,0 0 0,-1 1 0,0 0 0,0 0 0,-7-9 0,-11-13 0,12 15 0,-2 1 0,-16-18 0,24 28 0,0 1 0,0 0 0,0-1 0,0 2 0,-1-1 0,0 0 0,1 1 0,-1 0 0,0 0 0,0 1 0,-6-2 0,-2 1 0,0 1 0,-1 0 0,-14 2 0,24-1 0,-11-2 0,0 0 0,0-1 0,1-1 0,-1 0 0,1-1 0,0 0 0,-23-13 0,6 4 0,-81-28 0,111 42 0,1-1 0,-1 1 0,1 0 0,-1 0 0,0 0 0,1 0 0,-1-1 0,1 1 0,-1 0 0,0-1 0,1 1 0,-1 0 0,1-1 0,-1 1 0,1-1 0,0 1 0,-1 0 0,1-1 0,-1 1 0,1-1 0,0 0 0,-1 1 0,1-1 0,0 1 0,0-1 0,-1 1 0,1-1 0,0 0 0,0 1 0,0-1 0,0 0 0,0 1 0,0-1 0,0 0 0,0-1 0,1 1 0,0 0 0,0-1 0,0 1 0,0 0 0,0 0 0,1 0 0,-1 0 0,0 0 0,0 0 0,1 0 0,-1 0 0,2-1 0,6-2 0,-1 0 0,1 1 0,17-6 0,111-25 0,24-5 0,-128 33 0,45-16 0,-34 9 0,-30 6 0,-17 3 0,-25 4 0,-77 30 0,72-19 0,-1-2 0,-47 8 0,-18-4 0,97-13 0,1 1 0,-1-1 0,1 1 0,-1 0 0,1-1 0,-1 1 0,1 0 0,-1 0 0,1 0 0,0 0 0,-1 0 0,1 0 0,0 0 0,0 0 0,0 1 0,0-1 0,0 0 0,0 1 0,0-1 0,0 1 0,1-1 0,-1 1 0,0-1 0,1 1 0,-1-1 0,1 1 0,0 0 0,-1-1 0,1 1 0,0 2 0,-1 9 0,1-1 0,0 1 0,3 14 0,-2-4 0,0 118 0,-1-140 0,1 1 0,-1-1 0,0 1 0,1-1 0,-1 0 0,1 1 0,0-1 0,-1 0 0,1 1 0,0-1 0,0 0 0,0 0 0,0 0 0,0 0 0,0 0 0,0 0 0,0 0 0,0 0 0,1 0 0,-1-1 0,0 1 0,1 0 0,-1-1 0,2 2 0,44 8 0,-9-2 0,-24-3 0,1-2 0,0 0 0,0-1 0,1-1 0,-1 0 0,0-1 0,29-3 0,9 1 0,-7 2 0,68 8 0,-113-8 0,0 0 0,0 0 0,-1 0 0,1 0 0,0 0 0,0 0 0,0 0 0,0 0 0,-1 0 0,1 0 0,0-1 0,0 1 0,0 0 0,-1-1 0,1 1 0,0-1 0,-1 1 0,1-1 0,0 1 0,-1-1 0,1 1 0,0-1 0,-1 1 0,1-1 0,-1 0 0,1 1 0,-1-1 0,0 0 0,1 0 0,-1 1 0,0-1 0,1 0 0,-1 0 0,0 0 0,0 1 0,0-1 0,1 0 0,-1 0 0,0 0 0,0 1 0,0-1 0,-1 0 0,1 0 0,0-1 0,-8-48 0,4 31 0,4 12 0,-16-248 0,7 147 0,3 54 0,-8-67 0,1 59 0,9 50 0,1 0 0,0 0 0,-1-19 0,0-20 0,-2 0 0,-3 1 0,-21-73 0,15 80 0,-2 1 0,-29-52 0,-20-49 0,154 432 0,-54-180 0,-18-64 0,-2 1 0,10 61 0,-23-106 0,-1 1 0,0 0 0,0 0 0,0-1 0,0 1 0,-1 0 0,1 0 0,0-1 0,-1 1 0,1 0 0,-1-1 0,0 1 0,1 0 0,-1-1 0,0 1 0,0-1 0,0 1 0,0-1 0,0 0 0,-1 1 0,1-1 0,0 0 0,-1 0 0,1 0 0,0 0 0,-1 0 0,1 0 0,-1 0 0,0 0 0,1-1 0,-1 1 0,-2 0 0,-8 2 0,0 0 0,0-1 0,-23 2 0,10-2 0,-177 16 0,-262-11 0,333-8 0,128 1 0,0 0 0,0-1 0,0 1 0,0-1 0,0 1 0,0-1 0,0 0 0,-4-2 0,7 3 0,0 0 0,-1 0 0,1 0 0,0-1 0,0 1 0,0 0 0,-1 0 0,1 0 0,0 0 0,0-1 0,0 1 0,-1 0 0,1 0 0,0 0 0,0-1 0,0 1 0,0 0 0,0 0 0,0-1 0,-1 1 0,1 0 0,0 0 0,0-1 0,0 1 0,0 0 0,0-1 0,0 1 0,0 0 0,0 0 0,0-1 0,0 1 0,0 0 0,1-1 0,13-9 0,21-4 0,0 2 0,63-12 0,-15 4 0,569-126 0,-607 139 0,92-20 0,-120 17 0,-16 10 0,-1 0 0,0 0 0,0-1 0,0 1 0,0 0 0,0-1 0,0 1 0,0 0 0,0 0 0,1-1 0,-1 1 0,0 0 0,0-1 0,0 1 0,0 0 0,-1-1 0,1 1 0,0 0 0,0 0 0,0-1 0,0 1 0,0 0 0,0-1 0,0 1 0,0 0 0,-1 0 0,1-1 0,0 1 0,0 0 0,0 0 0,-1-1 0,1 1 0,-2-2 0,-1 1 0,1-1 0,0 1 0,-1 0 0,1 0 0,-1 0 0,1 0 0,-1 0 0,1 0 0,-6 0 0,-42-4 0,0 2 0,0 3 0,-58 6 0,-151 30 0,193-25 0,-14 4 0,54-8 0,-1-1 0,0-2 0,-1-1 0,1-1 0,-35-2 0,50-3 0,11-1 0,20-7 0,413-191 0,338-138 0,-643 293 0,-113 39 0,-14 8 0,0 0 0,1 0 0,-1-1 0,0 1 0,0 0 0,0 0 0,0-1 0,0 1 0,0 0 0,0 0 0,0 0 0,0-1 0,0 1 0,0 0 0,0 0 0,0-1 0,0 1 0,0 0 0,0 0 0,0 0 0,0-1 0,0 1 0,0 0 0,0 0 0,0-1 0,0 1 0,0 0 0,-1 0 0,1 0 0,0-1 0,0 1 0,0 0 0,0 0 0,-1 0 0,-1-2 0,0 1 0,0 0 0,0 0 0,0 0 0,0 0 0,0 0 0,0 1 0,-1-1 0,1 0 0,0 1 0,-3 0 0,-44-3 0,0 3 0,-82 9 0,70-3 0,-373 53 0,1 28 0,344-68 0,65-13 0,42-8 0,15-2 0,486-86 0,-241 33 0,-266 55 0,5 0 0,1-1 0,-1-1 0,0-1 0,-1 0 0,1-1 0,19-11 0,-35 17 0,-1 0 0,0 0 0,1 0 0,-1 0 0,0 0 0,1 0 0,-1 0 0,0 0 0,1 0 0,-1 0 0,0-1 0,1 1 0,-1 0 0,0 0 0,0 0 0,1-1 0,-1 1 0,0 0 0,0 0 0,1-1 0,-1 1 0,0 0 0,0 0 0,0-1 0,1 1 0,-1 0 0,0-1 0,0 1 0,0 0 0,0-1 0,0 1 0,0 0 0,0-1 0,0 1 0,0 0 0,0-1 0,0 1 0,0 0 0,0-1 0,0 1 0,0 0 0,0-1 0,0 1 0,0 0 0,0-1 0,-1 1 0,1 0 0,0 0 0,0-1 0,0 1 0,0 0 0,-1-1 0,1 1 0,0 0 0,0 0 0,-1 0 0,1-1 0,0 1 0,-1 0 0,1 0 0,-1-1 0,-25-6 0,-51-1 0,-2 4 0,-105 9 0,153-4 0,-161 11 0,-141 1 0,406-28 0,423-65 0,-153 28 0,-307 46 0,-14 4 0,-1-2 0,1 0 0,36-14 0,-57 18 0,-1 0 0,0 0 0,1 0 0,-1 0 0,0 0 0,1 0 0,-1 0 0,0 0 0,1 0 0,-1-1 0,0 1 0,1 0 0,-1 0 0,0 0 0,0-1 0,1 1 0,-1 0 0,0 0 0,0-1 0,1 1 0,-1 0 0,0 0 0,0-1 0,0 1 0,0 0 0,1-1 0,-1 1 0,0 0 0,0 0 0,0-1 0,0 1 0,0 0 0,0-1 0,0 0 0,-11-4 0,-20 1 0,-257 2 0,203 3 0,209 1 0,136-4 0,-244-2 0,-20 0 0,-25-2 0,-115 4 0,-70-4 0,90-1-1365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2:58.712"/>
    </inkml:context>
    <inkml:brush xml:id="br0">
      <inkml:brushProperty name="width" value="0.35" units="cm"/>
      <inkml:brushProperty name="height" value="0.35" units="cm"/>
      <inkml:brushProperty name="color" value="#FFFFFF"/>
    </inkml:brush>
  </inkml:definitions>
  <inkml:trace contextRef="#ctx0" brushRef="#br0">862 0 24575,'-266'135'0,"174"-96"0,-3-5 0,-116 28 0,191-57 0,-23 7 0,-1-2 0,-47 4 0,263-31 0,-93 7 0,-35 5 0,494-35 0,-41 41-1365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00.579"/>
    </inkml:context>
    <inkml:brush xml:id="br0">
      <inkml:brushProperty name="width" value="0.35" units="cm"/>
      <inkml:brushProperty name="height" value="0.35" units="cm"/>
      <inkml:brushProperty name="color" value="#FFFFFF"/>
    </inkml:brush>
  </inkml:definitions>
  <inkml:trace contextRef="#ctx0" brushRef="#br0">1564 261 24575,'-24'2'0,"0"1"0,1 1 0,-1 1 0,1 1 0,-34 14 0,0 0 0,-32 6 0,-2-4 0,-135 15 0,-64-32 0,159-7 0,-374 2 0,1139 0 0,-623-1 0,0-1 0,0 1 0,0-2 0,-1 1 0,1-2 0,15-6 0,33-9 0,9 0 0,-51 13 0,0 1 0,0 0 0,1 1 0,34-2 0,-29 6 0,0-2 0,0 0 0,22-5 0,-24 3 0,-1 2 0,0 0 0,34 3 0,-35-1 0,-1 0 0,1 0 0,-1-2 0,31-6 0,89-22 0,-111 26 0,32-6 0,63-1 0,-87 8 0,0-1 0,43-11 0,-44 8 0,0 1 0,50-3 0,-15 5 0,94-18 0,-99 11 0,79-4 0,235 5 0,-284 11 0,-77-1 0,0 0 0,1-2 0,-1 1 0,0-2 0,0 0 0,24-9 0,-40 12 0,0 0 0,-1 0 0,1 0 0,-1-1 0,1 1 0,0 0 0,-1-1 0,1 1 0,-1 0 0,1-1 0,-1 1 0,1-1 0,-1 1 0,1 0 0,-1-1 0,0 1 0,1-1 0,-1 0 0,0 1 0,1-1 0,-1 1 0,0-1 0,1-1 0,-2 2 0,1-1 0,0 1 0,-1-1 0,1 1 0,-1-1 0,0 1 0,1-1 0,-1 1 0,1 0 0,-1-1 0,0 1 0,1 0 0,-1-1 0,0 1 0,0 0 0,1 0 0,-1-1 0,0 1 0,1 0 0,-1 0 0,0 0 0,0 0 0,1 0 0,-2 1 0,-23-2 0,0 3 0,0 0 0,-43 9 0,14-1 0,-594 124 0,507-102 0,73-16 0,22-3 0,-1-3 0,0-2 0,-1-1 0,-66-1 0,26-7 0,72 0 0,14 1 0,6 0 0,12 2 0,0 0 0,-1 0 0,1 1 0,25 9 0,-22-6 0,0-1 0,33 5 0,24-5 0,-26-2 0,61 11 0,-52-4 0,102 3 0,64-13 0,-103-1 0,49-10 0,-5 0 0,-140 9 0,38-6 0,22-2 0,594-36 0,-3-35 0,-598 71 0,267-48 0,-297 48 0,55-4 0,-16 3 0,236-20 0,-69 9 0,-25-11 0,74-8 0,-263 40 0,20-2 0,-57 3 0,1-1 0,-1 0 0,1 0 0,-1 0 0,0-1 0,1 1 0,-1-1 0,0 0 0,6-4 0,-6-1 0,-13 5 0,-17 4 0,-226 67 0,138-34 0,-429 104 0,482-124 0,40-9 0,0-1 0,-1-1 0,0-1 0,-27 1 0,-58-6 0,-120 3 0,152 9 0,48-5 0,-45 1 0,17-6 0,138-4 0,-1-3 0,130-29 0,-37 5 0,46-10 0,-113 20 0,-71 17 0,1 0 0,72 4 0,25-1 0,-98-4 0,41-10 0,-48 7 0,0 3 0,53-4 0,26-2 0,-73 6 0,48-1 0,-61 6 0,1-1 0,-1 0 0,42-9 0,40-12 0,-82 18 0,0 1 0,0 2 0,39 1 0,-124 0 0,0 2 0,-116 21 0,33 10 0,-189 31 0,293-58 0,-1 2 0,-51 18 0,76-23 0,0 0 0,0-1 0,0-1 0,0 0 0,-21-2 0,34 0 0,4 1 0,0 1 0,0-1 0,0 0 0,0 0 0,0 0 0,0 0 0,0 0 0,0 0 0,0 0 0,0 0 0,0 0 0,0 0 0,0 0 0,0 0 0,0 0 0,0 0 0,0 0 0,0 0 0,0 1 0,0-1 0,0 0 0,0 0 0,0 0 0,0 0 0,0 0 0,0 0 0,0 0 0,0 0 0,0 0 0,0 0 0,0 0 0,0 0 0,0 0 0,-1 0 0,1 0 0,0 0 0,0 0 0,0 0 0,0 0 0,0 0 0,0 0 0,0 1 0,0-1 0,0 0 0,0 0 0,0 0 0,0 0 0,0 0 0,0 0 0,0 0 0,0 0 0,-1 0 0,11 5 0,14 4 0,18-4 0,0-2 0,64-3 0,-64-1 0,0 1 0,68 10 0,-51-3 0,0-2 0,108-6 0,-61-2 0,358 4 0,-443-3 0,1 0 0,-1-1 0,0-1 0,27-9 0,-7 3 0,19-1 0,0 2 0,88 0 0,20-2 0,77-1 0,-222 12 0,25 1 0,-1-2 0,1-2 0,-1-2 0,48-11 0,-66 10 0,1 1 0,48-1 0,-31 3 0,8-3 0,64-17 0,-1 0 0,-110 21 0,432-50 0,-329 43 0,89-1 0,-594 32 0,-8 34 0,387-54 0,-56 10 0,-136 3 0,175-15 0,3-1 0,0 1 0,1 1 0,-1 1 0,-32 8 0,28-4 0,0-2 0,0-2 0,-1 0 0,-44-5 0,-2 0 0,-233 4-1365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03.676"/>
    </inkml:context>
    <inkml:brush xml:id="br0">
      <inkml:brushProperty name="width" value="0.35" units="cm"/>
      <inkml:brushProperty name="height" value="0.35" units="cm"/>
      <inkml:brushProperty name="color" value="#FFFFFF"/>
    </inkml:brush>
  </inkml:definitions>
  <inkml:trace contextRef="#ctx0" brushRef="#br0">1 257 24584,'11796'0'0,"-12310"-257"0,1028 514 0,-1028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19.451"/>
    </inkml:context>
    <inkml:brush xml:id="br0">
      <inkml:brushProperty name="width" value="0.35" units="cm"/>
      <inkml:brushProperty name="height" value="0.35" units="cm"/>
      <inkml:brushProperty name="color" value="#FFFFFF"/>
    </inkml:brush>
  </inkml:definitions>
  <inkml:trace contextRef="#ctx0" brushRef="#br0">0 0 23748,'18079'0'0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34.815"/>
    </inkml:context>
    <inkml:brush xml:id="br0">
      <inkml:brushProperty name="width" value="0.35" units="cm"/>
      <inkml:brushProperty name="height" value="0.35" units="cm"/>
      <inkml:brushProperty name="color" value="#FFFFFF"/>
    </inkml:brush>
  </inkml:definitions>
  <inkml:trace contextRef="#ctx0" brushRef="#br0">679 4093 24575,'1'-9'0,"0"1"0,1 1 0,-1-1 0,2 0 0,3-11 0,5-12 0,8-51 0,58-212 0,-56 240 0,-16 43 0,0 0 0,-1 0 0,-1 0 0,1 0 0,-2-1 0,3-17 0,-4-262 0,-3 138 0,2-896 0,1 972 0,3 0 0,4 0 0,2 0 0,5 1 0,37-118 0,-44 165 0,-1 0 0,4-32 0,8-34 0,-8 53 0,1-6 0,23-55 0,-29 84 0,-1-1 0,-1 1 0,-1-1 0,0 0 0,-1 0 0,-2-1 0,-2-38 0,0 5 0,1 39 0,0 0 0,-1-1 0,-1 1 0,0 0 0,-2 1 0,1-1 0,-2 1 0,0-1 0,0 2 0,-1-1 0,-11-14 0,-4-16 0,20 38 0,0 1 0,0-1 0,-1 1 0,1 0 0,-1 0 0,-1 0 0,1 0 0,0 1 0,-1-1 0,0 1 0,0 0 0,-1 0 0,1 0 0,-1 1 0,1 0 0,-8-4 0,-20-9 0,19 10 0,1-1 0,-1 2 0,-21-6 0,-15-2 0,-1 3 0,-1 1 0,-97-2 0,134 11 0,-13 1 0,0-1 0,1-2 0,-1 0 0,-29-8 0,22 5 0,29 5 0,-1-1 0,0 1 0,1-1 0,-1 0 0,1-1 0,-1 1 0,1-1 0,0 0 0,-9-5 0,15 6 0,-1 1 0,0 0 0,1-1 0,-1 1 0,0-1 0,1 1 0,-1 0 0,1-1 0,-1 1 0,1 0 0,-1-1 0,1 1 0,-1 0 0,1 0 0,-1-1 0,1 1 0,-1 0 0,1 0 0,-1 0 0,1 0 0,-1 0 0,1 0 0,-1 0 0,1 0 0,0 0 0,-1 0 0,2 0 0,20-2 0,341 1 0,-168 2 0,-190-1 0,0 0 0,0-1 0,1 0 0,-1 0 0,0-1 0,0 0 0,5-2 0,-9 4 0,0-1 0,0 1 0,0 0 0,-1-1 0,1 1 0,0 0 0,0-1 0,-1 1 0,1-1 0,0 1 0,-1-1 0,1 1 0,0-1 0,-1 0 0,1 1 0,-1-1 0,1 0 0,-1 0 0,1 1 0,-1-1 0,0 0 0,1 0 0,-1 0 0,0 1 0,0-1 0,1 0 0,-1 0 0,0 0 0,0 0 0,0 0 0,0 1 0,0-1 0,0 0 0,0 0 0,-1 0 0,1 0 0,0 0 0,0 1 0,-1-1 0,1 0 0,0 0 0,-1 1 0,1-1 0,-1 0 0,1 0 0,-1 1 0,1-1 0,-1 0 0,0 1 0,1-1 0,-1 1 0,-1-1 0,0-2 0,-1 1 0,1 1 0,-1-1 0,0 0 0,0 1 0,0-1 0,0 1 0,0 0 0,0 0 0,0 0 0,0 1 0,-1-1 0,-2 0 0,-50 1 0,45 1 0,1-1 0,-1 0 0,-13-2 0,5-3 0,1-1 0,-31-13 0,-5-2 0,37 16 0,-1 2 0,1 0 0,-28-1 0,-19-3 0,34 2 0,-19-4 0,0 1 0,-56 0 0,90 8 0,-1-1 0,1 0 0,-1-2 0,1 0 0,0 0 0,0-2 0,-17-6 0,32 11 0,0 0 0,-1 0 0,1 0 0,0 0 0,-1 0 0,1 0 0,0 0 0,0 0 0,-1 0 0,1 0 0,0 0 0,0-1 0,-1 1 0,1 0 0,0 0 0,0 0 0,0 0 0,-1 0 0,1 0 0,0-1 0,0 1 0,-1 0 0,1 0 0,0 0 0,0-1 0,0 1 0,0 0 0,0 0 0,-1 0 0,1-1 0,0 1 0,0 0 0,0 0 0,0-1 0,0 1 0,0 0 0,0 0 0,0-1 0,0 1 0,0 0 0,0 0 0,0-1 0,0 1 0,0 0 0,0 0 0,0-1 0,0 1 0,0-1 0,16-3 0,24 2 0,857 3 0,-897-1 0,33-2 0,-32 2 0,0 0 0,0-1 0,0 1 0,0 0 0,0 0 0,0-1 0,0 1 0,-1 0 0,1-1 0,0 1 0,0-1 0,0 1 0,0-1 0,0 0 0,-1 1 0,1-1 0,0 0 0,-1 1 0,1-1 0,0 0 0,-1 0 0,1 0 0,-1 0 0,1 0 0,-1 0 0,1 1 0,-1-1 0,1-2 0,-2 2 0,1 0 0,-1 0 0,1 0 0,-1 0 0,1 0 0,-1 0 0,0 0 0,0 0 0,1 0 0,-1 0 0,0 0 0,0 1 0,0-1 0,0 0 0,0 1 0,0-1 0,0 0 0,0 1 0,0-1 0,0 1 0,0 0 0,-2-1 0,-33-10 0,30 10 0,-44-11 0,0 2 0,-1 3 0,-53-1 0,-159 9 0,109 1 0,5-1 0,201 1 0,0 3 0,54 12 0,-51-7 0,-21-6 0,64-2 0,-5 0 0,-79 0 0,0 1 0,0 0 0,25 10 0,-25-8 0,0-1 0,1 0 0,17 3 0,4-5 0,-28-3 0,1 2 0,0-1 0,0 1 0,0 1 0,16 4 0,-23-5 0,0 0 0,1 0 0,-1 0 0,0 0 0,0 1 0,0-1 0,0 1 0,0 0 0,0-1 0,-1 1 0,1 0 0,-1 0 0,1 0 0,-1 0 0,0 0 0,1 1 0,-1-1 0,0 0 0,0 1 0,-1-1 0,1 0 0,-1 1 0,1-1 0,-1 1 0,1 3 0,0 30 0,-1 0 0,-1-1 0,-13 69 0,-35 105 0,37-163 0,-66 299 0,23-129 0,-10 48 0,61-238 0,-14 85 0,-8 208 0,26-246 0,5 131 0,-2-161 0,3 0 0,18 73 0,-9-57 0,-3 0 0,-3 0 0,-2 1 0,-2 105 0,-6 400 0,-1-523 0,-2-1 0,-12 51 0,8-49 0,-5 82 0,14 468 0,-1-574 0,-2-1 0,-4 25 0,5-36 0,0-1 0,-1 1 0,0-1 0,0 0 0,0 0 0,-1 0 0,0 0 0,0 0 0,-1-1 0,-4 7 0,6-10 0,0 0 0,-1-1 0,1 1 0,-1 0 0,1-1 0,-1 1 0,0-1 0,0 0 0,1 0 0,-1 0 0,0 0 0,0-1 0,0 1 0,0-1 0,0 1 0,0-1 0,0 0 0,0-1 0,0 1 0,0 0 0,0-1 0,0 1 0,0-1 0,0 0 0,0 0 0,0 0 0,1-1 0,-1 1 0,0-1 0,-3-2 0,-8-5 0,1-1 0,0 0 0,0-1 0,-11-14 0,-163-202 0,169 203 0,-24-37 0,3-3 0,2-1 0,4-1 0,-38-106 0,61 141 0,1 0 0,2 0 0,1-1 0,-3-42 0,5-130 0,4 175 0,5-76 0,5 0 0,36-161 0,-12 126 0,15-89 0,-40 163 0,32-278 0,6-54 0,-23 211 0,5-15 0,16-179 0,-35 201 0,2-112 0,-13-77 0,1 372 0,21 498 0,23-31 0,-9-78 0,-7-199 0,-28-191 0,0 0 0,1-1 0,-1 1 0,0-1 0,1 1 0,-1-1 0,1 1 0,0-1 0,-1 1 0,1-1 0,0 1 0,0-1 0,0 0 0,0 1 0,0-1 0,0 0 0,0 0 0,0 0 0,1 0 0,-1 0 0,0 0 0,1 0 0,-1 0 0,0-1 0,1 1 0,-1 0 0,1-1 0,-1 1 0,1-1 0,0 0 0,-1 1 0,1-1 0,-1 0 0,1 0 0,0 0 0,-1 0 0,1 0 0,-1-1 0,1 1 0,0 0 0,-1-1 0,1 1 0,-1-1 0,2 0 0,6-2 0,-2 0 0,1-1 0,0 0 0,-1 0 0,0-1 0,0 0 0,7-6 0,3-4 0,1 0 0,1 1 0,0 0 0,27-13 0,-36 23 0,0-1 0,-1 2 0,2-1 0,-1 2 0,0-1 0,0 1 0,1 1 0,-1 0 0,1 0 0,0 1 0,17 3 0,-26-4 0,-1 1 0,0 0 0,1 0 0,-1 1 0,0-1 0,0 0 0,1 0 0,-1 0 0,0 1 0,0-1 0,0 1 0,1-1 0,-1 1 0,0-1 0,0 1 0,0 0 0,0 0 0,0-1 0,0 1 0,0 0 0,0 0 0,-1 0 0,1 0 0,0 0 0,0 0 0,-1 0 0,1 0 0,-1 1 0,1-1 0,-1 0 0,1 0 0,-1 0 0,0 1 0,1-1 0,-1 0 0,0 0 0,0 1 0,0-1 0,0 0 0,0 1 0,0-1 0,-1 2 0,-1 5 0,-1-1 0,0 1 0,0-1 0,-1 0 0,-7 11 0,5-8 0,-168 298 0,122-204 0,-41 114 0,66-141 0,3 0 0,3 2 0,-18 141 0,25-22 0,13 227 0,6-357 0,3 1 0,2-1 0,4 0 0,33 96 0,-16-57 0,20 57 0,-41-138 0,1-1 0,1-1 0,1 0 0,21 29 0,-20-32 0,-12-17 0,0 1 0,1-1 0,0 0 0,0 0 0,0-1 0,0 1 0,1-1 0,-1 1 0,5 2 0,-32-45 0,-11 0 202,23 27-426,1 0 0,1 0 0,0-1 0,1-1 1,0 1-1,-9-20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38.446"/>
    </inkml:context>
    <inkml:brush xml:id="br0">
      <inkml:brushProperty name="width" value="0.35" units="cm"/>
      <inkml:brushProperty name="height" value="0.35" units="cm"/>
      <inkml:brushProperty name="color" value="#FFFFFF"/>
    </inkml:brush>
  </inkml:definitions>
  <inkml:trace contextRef="#ctx0" brushRef="#br0">953 2 24575,'-68'-2'0,"-76"4"0,86 8 0,43-6 0,-1-1 0,-22 1 0,4-3 0,11-2 0,0 2 0,0 1 0,0 1 0,-43 11 0,40-7 73,0-1 0,-1-2 0,-51 4 0,-86-9-393,63-2-1017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41.554"/>
    </inkml:context>
    <inkml:brush xml:id="br0">
      <inkml:brushProperty name="width" value="0.35" units="cm"/>
      <inkml:brushProperty name="height" value="0.35" units="cm"/>
      <inkml:brushProperty name="color" value="#FFFFFF"/>
    </inkml:brush>
  </inkml:definitions>
  <inkml:trace contextRef="#ctx0" brushRef="#br0">130 1 24575,'-2'37'0,"-2"0"0,-2 1 0,-1-1 0,-18 55 0,17-65 0,-3 21 0,2 0 0,2 1 0,3 0 0,2 83 0,1-115 0,-1 0 0,-1-1 0,0 0 0,-9 29 0,6-27 0,1 0 0,1 0 0,-2 27 0,4 321 0,4-180 0,1-132 0,15 90 0,-9-91 0,4 97 0,-11-97 0,18 99 0,0-9 0,-14-70 0,9 183 0,-16-147-1365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44.981"/>
    </inkml:context>
    <inkml:brush xml:id="br0">
      <inkml:brushProperty name="width" value="0.35" units="cm"/>
      <inkml:brushProperty name="height" value="0.35" units="cm"/>
      <inkml:brushProperty name="color" value="#FFFFFF"/>
    </inkml:brush>
  </inkml:definitions>
  <inkml:trace contextRef="#ctx0" brushRef="#br0">40 1 24467,'0'4107'0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4:53.296"/>
    </inkml:context>
    <inkml:brush xml:id="br0">
      <inkml:brushProperty name="width" value="0.35" units="cm"/>
      <inkml:brushProperty name="height" value="0.35" units="cm"/>
      <inkml:brushProperty name="color" value="#FFFFFF"/>
    </inkml:brush>
  </inkml:definitions>
  <inkml:trace contextRef="#ctx0" brushRef="#br0">46 6122 24547,'0'-6122'0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15.717"/>
    </inkml:context>
    <inkml:brush xml:id="br0">
      <inkml:brushProperty name="width" value="0.35" units="cm"/>
      <inkml:brushProperty name="height" value="0.35" units="cm"/>
      <inkml:brushProperty name="color" value="#FFFFFF"/>
    </inkml:brush>
  </inkml:definitions>
  <inkml:trace contextRef="#ctx0" brushRef="#br0">1356 331 24575,'-20'1'0,"1"2"0,-1 0 0,1 2 0,-31 10 0,7-2 0,10-6 0,0-1 0,-55 3 0,51-7 0,-21 8 0,43-6 0,-1-1 0,-21 1 0,-61 7 0,65-7 0,-47 2 0,54-4 0,-45 7 0,45-5 0,-42 2 0,-103-7 0,211 2 0,0-2 0,0-2 0,0-1 0,65-16 0,-55 5 0,-10 2 0,0 2 0,70-10 0,-70 18 0,119-17 0,-132 13 0,40-15 0,-40 12 0,40-10 0,31-2 0,-132 5 0,10 11 0,-1 0 0,1 1 0,-42-2 0,-78 5 0,82 2 0,-824 1 0,885 0 0,0-1 0,0 0 0,0 0 0,1 0 0,-1 1 0,0-1 0,0 0 0,0 0 0,0 0 0,1-1 0,-1 1 0,0 0 0,0 0 0,0 0 0,1-1 0,-1 1 0,0 0 0,0-1 0,0 1 0,1-1 0,-1 1 0,0 0 0,0-2 0,16-7 0,34-6 0,187-24 0,-77 15 0,453-69 0,-566 86 0,28-3 0,113-1 0,-175 11 87,-8 1-184,0-1 0,0 0 0,0 0 1,-1 0-1,1 0 0,0 0 0,0-1 0,-1 0 1,1 0-1,0 0 0,-1 0 0,1 0 1,-1-1-1,6-3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17.139"/>
    </inkml:context>
    <inkml:brush xml:id="br0">
      <inkml:brushProperty name="width" value="0.35" units="cm"/>
      <inkml:brushProperty name="height" value="0.35" units="cm"/>
      <inkml:brushProperty name="color" value="#FFFFFF"/>
    </inkml:brush>
  </inkml:definitions>
  <inkml:trace contextRef="#ctx0" brushRef="#br0">0 1 24575,'4'0'0,"4"0"0,5 0 0,3 0 0,3 0 0,2 0 0,1 0 0,0 0 0,0 0 0,0 0 0,0 0 0,-1 0 0,1 0 0,-1 0 0,0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20.614"/>
    </inkml:context>
    <inkml:brush xml:id="br0">
      <inkml:brushProperty name="width" value="0.35" units="cm"/>
      <inkml:brushProperty name="height" value="0.35" units="cm"/>
      <inkml:brushProperty name="color" value="#FFFFFF"/>
    </inkml:brush>
  </inkml:definitions>
  <inkml:trace contextRef="#ctx0" brushRef="#br0">1395 5 24575,'-1357'0'0,"1320"-4"-1365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32.533"/>
    </inkml:context>
    <inkml:brush xml:id="br0">
      <inkml:brushProperty name="width" value="0.35" units="cm"/>
      <inkml:brushProperty name="height" value="0.35" units="cm"/>
      <inkml:brushProperty name="color" value="#FFFFFF"/>
    </inkml:brush>
  </inkml:definitions>
  <inkml:trace contextRef="#ctx0" brushRef="#br0">25 1 24531,'0'4363'0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37.327"/>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5:43.319"/>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13:26:25.481"/>
    </inkml:context>
    <inkml:brush xml:id="br0">
      <inkml:brushProperty name="width" value="0.35" units="cm"/>
      <inkml:brushProperty name="height" value="0.35" units="cm"/>
      <inkml:brushProperty name="color" value="#FFFFFF"/>
    </inkml:brush>
  </inkml:definitions>
  <inkml:trace contextRef="#ctx0" brushRef="#br0">1635 319 24575,'-298'13'0,"9"12"0,76-21 0,211-4 0,370-12 0,-280 5 0,417-16 0,-783 21 0,1 13 0,-297 50 0,76 9 0,447-65 0,-56-1 0,99-4 0,63-5 0,0-1 0,-1-3 0,100-30 0,36-7 0,-75 25 0,304-45 0,-298 44 0,-45 6 0,-62 15 0,-11 1 0,0 0 0,0 0 0,0 0 0,0 0 0,0 0 0,0-1 0,-1 0 0,1 1 0,0-1 0,0 0 0,-1 0 0,1-1 0,0 1 0,4-4 0,-7 5 0,0-1 0,-1 0 0,1 0 0,-1 0 0,1 0 0,0 1 0,-1-1 0,1 0 0,-1 0 0,0 1 0,1-1 0,-1 0 0,0 1 0,1-1 0,-1 1 0,0-1 0,0 1 0,1-1 0,-1 1 0,0-1 0,0 1 0,0 0 0,0-1 0,0 1 0,-1 0 0,-29-10 0,29 9 0,-129-31 0,-18-6 0,102 23 0,14 4 0,-1 0 0,0 3 0,0 0 0,0 3 0,-42-3 0,72 8 0,0 0 0,0-1 0,0 1 0,0-1 0,0 0 0,0 0 0,-8-3 0,12 4 0,0 0 0,0-1 0,-1 1 0,1 0 0,0 0 0,-1 0 0,1 0 0,0-1 0,0 1 0,-1 0 0,1 0 0,0 0 0,0-1 0,0 1 0,-1 0 0,1 0 0,0-1 0,0 1 0,0 0 0,0-1 0,-1 1 0,1 0 0,0 0 0,0-1 0,0 1 0,0 0 0,0-1 0,0 1 0,0 0 0,0-1 0,0 1 0,0 0 0,0-1 0,0 1 0,0-1 0,1 0 0,0 0 0,1 0 0,-1 0 0,0 0 0,0 0 0,1 0 0,-1 1 0,0-1 0,1 0 0,-1 1 0,0-1 0,1 1 0,1-1 0,18-4 0,0 1 0,1 1 0,-1 1 0,1 1 0,-1 0 0,25 4 0,5-2 0,191-11 0,1 0 0,-221 10 0,0 0 0,-38 1 0,-178-2 0,-293 4 0,2 42 0,310-27 0,168-14 0,15 2 0,17 3 0,4-2 0,1-1 0,0-1 0,39 1 0,96-6 0,-88-1 0,492 0-1365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9238" y="1750834"/>
            <a:ext cx="6451362" cy="3724546"/>
          </a:xfrm>
        </p:spPr>
        <p:txBody>
          <a:bodyPr anchor="b"/>
          <a:lstStyle>
            <a:lvl1pPr algn="ctr">
              <a:defRPr sz="4980"/>
            </a:lvl1pPr>
          </a:lstStyle>
          <a:p>
            <a:r>
              <a:rPr lang="en-US"/>
              <a:t>Click to edit Master title style</a:t>
            </a:r>
            <a:endParaRPr lang="en-US" dirty="0"/>
          </a:p>
        </p:txBody>
      </p:sp>
      <p:sp>
        <p:nvSpPr>
          <p:cNvPr id="3" name="Subtitle 2"/>
          <p:cNvSpPr>
            <a:spLocks noGrp="1"/>
          </p:cNvSpPr>
          <p:nvPr>
            <p:ph type="subTitle" idx="1"/>
          </p:nvPr>
        </p:nvSpPr>
        <p:spPr>
          <a:xfrm>
            <a:off x="948730" y="5619013"/>
            <a:ext cx="5692379" cy="2582912"/>
          </a:xfrm>
        </p:spPr>
        <p:txBody>
          <a:bodyPr/>
          <a:lstStyle>
            <a:lvl1pPr marL="0" indent="0" algn="ctr">
              <a:buNone/>
              <a:defRPr sz="1992"/>
            </a:lvl1pPr>
            <a:lvl2pPr marL="379476" indent="0" algn="ctr">
              <a:buNone/>
              <a:defRPr sz="1660"/>
            </a:lvl2pPr>
            <a:lvl3pPr marL="758952" indent="0" algn="ctr">
              <a:buNone/>
              <a:defRPr sz="1494"/>
            </a:lvl3pPr>
            <a:lvl4pPr marL="1138428" indent="0" algn="ctr">
              <a:buNone/>
              <a:defRPr sz="1328"/>
            </a:lvl4pPr>
            <a:lvl5pPr marL="1517904" indent="0" algn="ctr">
              <a:buNone/>
              <a:defRPr sz="1328"/>
            </a:lvl5pPr>
            <a:lvl6pPr marL="1897380" indent="0" algn="ctr">
              <a:buNone/>
              <a:defRPr sz="1328"/>
            </a:lvl6pPr>
            <a:lvl7pPr marL="2276856" indent="0" algn="ctr">
              <a:buNone/>
              <a:defRPr sz="1328"/>
            </a:lvl7pPr>
            <a:lvl8pPr marL="2656332" indent="0" algn="ctr">
              <a:buNone/>
              <a:defRPr sz="1328"/>
            </a:lvl8pPr>
            <a:lvl9pPr marL="3035808" indent="0" algn="ctr">
              <a:buNone/>
              <a:defRPr sz="132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B0BC7C0-66F4-4D0E-8CA7-EADF9F1C34E6}"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213971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0BC7C0-66F4-4D0E-8CA7-EADF9F1C34E6}"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193503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7849" y="2667115"/>
            <a:ext cx="6546235" cy="4450138"/>
          </a:xfrm>
        </p:spPr>
        <p:txBody>
          <a:bodyPr anchor="b"/>
          <a:lstStyle>
            <a:lvl1pPr>
              <a:defRPr sz="4980"/>
            </a:lvl1pPr>
          </a:lstStyle>
          <a:p>
            <a:r>
              <a:rPr lang="en-US"/>
              <a:t>Click to edit Master title style</a:t>
            </a:r>
            <a:endParaRPr lang="en-US" dirty="0"/>
          </a:p>
        </p:txBody>
      </p:sp>
      <p:sp>
        <p:nvSpPr>
          <p:cNvPr id="3" name="Text Placeholder 2"/>
          <p:cNvSpPr>
            <a:spLocks noGrp="1"/>
          </p:cNvSpPr>
          <p:nvPr>
            <p:ph type="body" idx="1"/>
          </p:nvPr>
        </p:nvSpPr>
        <p:spPr>
          <a:xfrm>
            <a:off x="517849" y="7159353"/>
            <a:ext cx="6546235" cy="2340222"/>
          </a:xfrm>
        </p:spPr>
        <p:txBody>
          <a:bodyPr/>
          <a:lstStyle>
            <a:lvl1pPr marL="0" indent="0">
              <a:buNone/>
              <a:defRPr sz="1992">
                <a:solidFill>
                  <a:schemeClr val="tx1"/>
                </a:solidFill>
              </a:defRPr>
            </a:lvl1pPr>
            <a:lvl2pPr marL="379476" indent="0">
              <a:buNone/>
              <a:defRPr sz="1660">
                <a:solidFill>
                  <a:schemeClr val="tx1">
                    <a:tint val="75000"/>
                  </a:schemeClr>
                </a:solidFill>
              </a:defRPr>
            </a:lvl2pPr>
            <a:lvl3pPr marL="758952" indent="0">
              <a:buNone/>
              <a:defRPr sz="1494">
                <a:solidFill>
                  <a:schemeClr val="tx1">
                    <a:tint val="75000"/>
                  </a:schemeClr>
                </a:solidFill>
              </a:defRPr>
            </a:lvl3pPr>
            <a:lvl4pPr marL="1138428" indent="0">
              <a:buNone/>
              <a:defRPr sz="1328">
                <a:solidFill>
                  <a:schemeClr val="tx1">
                    <a:tint val="75000"/>
                  </a:schemeClr>
                </a:solidFill>
              </a:defRPr>
            </a:lvl4pPr>
            <a:lvl5pPr marL="1517904" indent="0">
              <a:buNone/>
              <a:defRPr sz="1328">
                <a:solidFill>
                  <a:schemeClr val="tx1">
                    <a:tint val="75000"/>
                  </a:schemeClr>
                </a:solidFill>
              </a:defRPr>
            </a:lvl5pPr>
            <a:lvl6pPr marL="1897380" indent="0">
              <a:buNone/>
              <a:defRPr sz="1328">
                <a:solidFill>
                  <a:schemeClr val="tx1">
                    <a:tint val="75000"/>
                  </a:schemeClr>
                </a:solidFill>
              </a:defRPr>
            </a:lvl6pPr>
            <a:lvl7pPr marL="2276856" indent="0">
              <a:buNone/>
              <a:defRPr sz="1328">
                <a:solidFill>
                  <a:schemeClr val="tx1">
                    <a:tint val="75000"/>
                  </a:schemeClr>
                </a:solidFill>
              </a:defRPr>
            </a:lvl7pPr>
            <a:lvl8pPr marL="2656332" indent="0">
              <a:buNone/>
              <a:defRPr sz="1328">
                <a:solidFill>
                  <a:schemeClr val="tx1">
                    <a:tint val="75000"/>
                  </a:schemeClr>
                </a:solidFill>
              </a:defRPr>
            </a:lvl8pPr>
            <a:lvl9pPr marL="3035808" indent="0">
              <a:buNone/>
              <a:defRPr sz="13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0BC7C0-66F4-4D0E-8CA7-EADF9F1C34E6}"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1136059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21801"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42356"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0BC7C0-66F4-4D0E-8CA7-EADF9F1C34E6}"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51641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2790" y="569580"/>
            <a:ext cx="6546235" cy="20678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2791" y="2622536"/>
            <a:ext cx="3210857"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4" name="Content Placeholder 3"/>
          <p:cNvSpPr>
            <a:spLocks noGrp="1"/>
          </p:cNvSpPr>
          <p:nvPr>
            <p:ph sz="half" idx="2"/>
          </p:nvPr>
        </p:nvSpPr>
        <p:spPr>
          <a:xfrm>
            <a:off x="522791" y="3907801"/>
            <a:ext cx="3210857"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42356" y="2622536"/>
            <a:ext cx="3226670"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6" name="Content Placeholder 5"/>
          <p:cNvSpPr>
            <a:spLocks noGrp="1"/>
          </p:cNvSpPr>
          <p:nvPr>
            <p:ph sz="quarter" idx="4"/>
          </p:nvPr>
        </p:nvSpPr>
        <p:spPr>
          <a:xfrm>
            <a:off x="3842356" y="3907801"/>
            <a:ext cx="3226670"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0BC7C0-66F4-4D0E-8CA7-EADF9F1C34E6}" type="datetimeFigureOut">
              <a:rPr lang="en-US" smtClean="0"/>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127570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0BC7C0-66F4-4D0E-8CA7-EADF9F1C34E6}" type="datetimeFigureOut">
              <a:rPr lang="en-US" smtClean="0"/>
              <a:t>6/19/2025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2034170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0BC7C0-66F4-4D0E-8CA7-EADF9F1C34E6}" type="datetimeFigureOut">
              <a:rPr lang="en-US" smtClean="0"/>
              <a:t>6/19/2025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296267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Content Placeholder 2"/>
          <p:cNvSpPr>
            <a:spLocks noGrp="1"/>
          </p:cNvSpPr>
          <p:nvPr>
            <p:ph idx="1"/>
          </p:nvPr>
        </p:nvSpPr>
        <p:spPr>
          <a:xfrm>
            <a:off x="3226670" y="1540340"/>
            <a:ext cx="3842355" cy="7602630"/>
          </a:xfrm>
        </p:spPr>
        <p:txBody>
          <a:bodyPr/>
          <a:lstStyle>
            <a:lvl1pPr>
              <a:defRPr sz="2656"/>
            </a:lvl1pPr>
            <a:lvl2pPr>
              <a:defRPr sz="2324"/>
            </a:lvl2pPr>
            <a:lvl3pPr>
              <a:defRPr sz="1992"/>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2B0BC7C0-66F4-4D0E-8CA7-EADF9F1C34E6}"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3754138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Picture Placeholder 2"/>
          <p:cNvSpPr>
            <a:spLocks noGrp="1" noChangeAspect="1"/>
          </p:cNvSpPr>
          <p:nvPr>
            <p:ph type="pic" idx="1"/>
          </p:nvPr>
        </p:nvSpPr>
        <p:spPr>
          <a:xfrm>
            <a:off x="3226670" y="1540340"/>
            <a:ext cx="3842355" cy="7602630"/>
          </a:xfrm>
        </p:spPr>
        <p:txBody>
          <a:bodyPr anchor="t"/>
          <a:lstStyle>
            <a:lvl1pPr marL="0" indent="0">
              <a:buNone/>
              <a:defRPr sz="2656"/>
            </a:lvl1pPr>
            <a:lvl2pPr marL="379476" indent="0">
              <a:buNone/>
              <a:defRPr sz="2324"/>
            </a:lvl2pPr>
            <a:lvl3pPr marL="758952" indent="0">
              <a:buNone/>
              <a:defRPr sz="1992"/>
            </a:lvl3pPr>
            <a:lvl4pPr marL="1138428" indent="0">
              <a:buNone/>
              <a:defRPr sz="1660"/>
            </a:lvl4pPr>
            <a:lvl5pPr marL="1517904" indent="0">
              <a:buNone/>
              <a:defRPr sz="1660"/>
            </a:lvl5pPr>
            <a:lvl6pPr marL="1897380" indent="0">
              <a:buNone/>
              <a:defRPr sz="1660"/>
            </a:lvl6pPr>
            <a:lvl7pPr marL="2276856" indent="0">
              <a:buNone/>
              <a:defRPr sz="1660"/>
            </a:lvl7pPr>
            <a:lvl8pPr marL="2656332" indent="0">
              <a:buNone/>
              <a:defRPr sz="1660"/>
            </a:lvl8pPr>
            <a:lvl9pPr marL="3035808" indent="0">
              <a:buNone/>
              <a:defRPr sz="1660"/>
            </a:lvl9pPr>
          </a:lstStyle>
          <a:p>
            <a:r>
              <a:rPr lang="en-US"/>
              <a:t>Click icon to add picture</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2B0BC7C0-66F4-4D0E-8CA7-EADF9F1C34E6}"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2127744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0BC7C0-66F4-4D0E-8CA7-EADF9F1C34E6}"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331331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31478" y="569578"/>
            <a:ext cx="1636559" cy="90661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21802" y="569578"/>
            <a:ext cx="4814803" cy="906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0BC7C0-66F4-4D0E-8CA7-EADF9F1C34E6}"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197CA-F405-481F-9593-0F4D386E0FCD}" type="slidenum">
              <a:rPr lang="en-US" smtClean="0"/>
              <a:t>‹#›</a:t>
            </a:fld>
            <a:endParaRPr lang="en-US"/>
          </a:p>
        </p:txBody>
      </p:sp>
    </p:spTree>
    <p:extLst>
      <p:ext uri="{BB962C8B-B14F-4D97-AF65-F5344CB8AC3E}">
        <p14:creationId xmlns:p14="http://schemas.microsoft.com/office/powerpoint/2010/main" val="1924271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1802" y="569580"/>
            <a:ext cx="6546235" cy="20678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21802" y="2847891"/>
            <a:ext cx="6546235" cy="67878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21801" y="9915615"/>
            <a:ext cx="1707714" cy="569578"/>
          </a:xfrm>
          <a:prstGeom prst="rect">
            <a:avLst/>
          </a:prstGeom>
        </p:spPr>
        <p:txBody>
          <a:bodyPr vert="horz" lIns="91440" tIns="45720" rIns="91440" bIns="45720" rtlCol="0" anchor="ctr"/>
          <a:lstStyle>
            <a:lvl1pPr algn="l">
              <a:defRPr sz="996">
                <a:solidFill>
                  <a:schemeClr val="tx1">
                    <a:tint val="75000"/>
                  </a:schemeClr>
                </a:solidFill>
              </a:defRPr>
            </a:lvl1pPr>
          </a:lstStyle>
          <a:p>
            <a:fld id="{2B0BC7C0-66F4-4D0E-8CA7-EADF9F1C34E6}" type="datetimeFigureOut">
              <a:rPr lang="en-US" smtClean="0"/>
              <a:t>6/19/2025</a:t>
            </a:fld>
            <a:endParaRPr lang="en-US"/>
          </a:p>
        </p:txBody>
      </p:sp>
      <p:sp>
        <p:nvSpPr>
          <p:cNvPr id="5" name="Footer Placeholder 4"/>
          <p:cNvSpPr>
            <a:spLocks noGrp="1"/>
          </p:cNvSpPr>
          <p:nvPr>
            <p:ph type="ftr" sz="quarter" idx="3"/>
          </p:nvPr>
        </p:nvSpPr>
        <p:spPr>
          <a:xfrm>
            <a:off x="2514134" y="9915615"/>
            <a:ext cx="2561570" cy="569578"/>
          </a:xfrm>
          <a:prstGeom prst="rect">
            <a:avLst/>
          </a:prstGeom>
        </p:spPr>
        <p:txBody>
          <a:bodyPr vert="horz" lIns="91440" tIns="45720" rIns="91440" bIns="45720" rtlCol="0" anchor="ctr"/>
          <a:lstStyle>
            <a:lvl1pPr algn="ctr">
              <a:defRPr sz="99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60323" y="9915615"/>
            <a:ext cx="1707714" cy="569578"/>
          </a:xfrm>
          <a:prstGeom prst="rect">
            <a:avLst/>
          </a:prstGeom>
        </p:spPr>
        <p:txBody>
          <a:bodyPr vert="horz" lIns="91440" tIns="45720" rIns="91440" bIns="45720" rtlCol="0" anchor="ctr"/>
          <a:lstStyle>
            <a:lvl1pPr algn="r">
              <a:defRPr sz="996">
                <a:solidFill>
                  <a:schemeClr val="tx1">
                    <a:tint val="75000"/>
                  </a:schemeClr>
                </a:solidFill>
              </a:defRPr>
            </a:lvl1pPr>
          </a:lstStyle>
          <a:p>
            <a:fld id="{1DC197CA-F405-481F-9593-0F4D386E0FCD}" type="slidenum">
              <a:rPr lang="en-US" smtClean="0"/>
              <a:t>‹#›</a:t>
            </a:fld>
            <a:endParaRPr lang="en-US"/>
          </a:p>
        </p:txBody>
      </p:sp>
    </p:spTree>
    <p:extLst>
      <p:ext uri="{BB962C8B-B14F-4D97-AF65-F5344CB8AC3E}">
        <p14:creationId xmlns:p14="http://schemas.microsoft.com/office/powerpoint/2010/main" val="1972043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8952" rtl="0" eaLnBrk="1" latinLnBrk="0" hangingPunct="1">
        <a:lnSpc>
          <a:spcPct val="90000"/>
        </a:lnSpc>
        <a:spcBef>
          <a:spcPct val="0"/>
        </a:spcBef>
        <a:buNone/>
        <a:defRPr sz="3652" kern="1200">
          <a:solidFill>
            <a:schemeClr val="tx1"/>
          </a:solidFill>
          <a:latin typeface="+mj-lt"/>
          <a:ea typeface="+mj-ea"/>
          <a:cs typeface="+mj-cs"/>
        </a:defRPr>
      </a:lvl1pPr>
    </p:titleStyle>
    <p:bodyStyle>
      <a:lvl1pPr marL="189738" indent="-189738" algn="l" defTabSz="758952" rtl="0" eaLnBrk="1" latinLnBrk="0" hangingPunct="1">
        <a:lnSpc>
          <a:spcPct val="90000"/>
        </a:lnSpc>
        <a:spcBef>
          <a:spcPts val="830"/>
        </a:spcBef>
        <a:buFont typeface="Arial" panose="020B0604020202020204" pitchFamily="34" charset="0"/>
        <a:buChar char="•"/>
        <a:defRPr sz="2324" kern="1200">
          <a:solidFill>
            <a:schemeClr val="tx1"/>
          </a:solidFill>
          <a:latin typeface="+mn-lt"/>
          <a:ea typeface="+mn-ea"/>
          <a:cs typeface="+mn-cs"/>
        </a:defRPr>
      </a:lvl1pPr>
      <a:lvl2pPr marL="569214" indent="-189738" algn="l" defTabSz="758952" rtl="0" eaLnBrk="1" latinLnBrk="0" hangingPunct="1">
        <a:lnSpc>
          <a:spcPct val="90000"/>
        </a:lnSpc>
        <a:spcBef>
          <a:spcPts val="415"/>
        </a:spcBef>
        <a:buFont typeface="Arial" panose="020B0604020202020204" pitchFamily="34" charset="0"/>
        <a:buChar char="•"/>
        <a:defRPr sz="1992" kern="1200">
          <a:solidFill>
            <a:schemeClr val="tx1"/>
          </a:solidFill>
          <a:latin typeface="+mn-lt"/>
          <a:ea typeface="+mn-ea"/>
          <a:cs typeface="+mn-cs"/>
        </a:defRPr>
      </a:lvl2pPr>
      <a:lvl3pPr marL="948690" indent="-189738" algn="l" defTabSz="758952" rtl="0" eaLnBrk="1" latinLnBrk="0" hangingPunct="1">
        <a:lnSpc>
          <a:spcPct val="90000"/>
        </a:lnSpc>
        <a:spcBef>
          <a:spcPts val="415"/>
        </a:spcBef>
        <a:buFont typeface="Arial" panose="020B0604020202020204" pitchFamily="34" charset="0"/>
        <a:buChar char="•"/>
        <a:defRPr sz="1660" kern="1200">
          <a:solidFill>
            <a:schemeClr val="tx1"/>
          </a:solidFill>
          <a:latin typeface="+mn-lt"/>
          <a:ea typeface="+mn-ea"/>
          <a:cs typeface="+mn-cs"/>
        </a:defRPr>
      </a:lvl3pPr>
      <a:lvl4pPr marL="132816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4pPr>
      <a:lvl5pPr marL="1707642"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5pPr>
      <a:lvl6pPr marL="2087118"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6pPr>
      <a:lvl7pPr marL="2466594"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7pPr>
      <a:lvl8pPr marL="2846070"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8pPr>
      <a:lvl9pPr marL="322554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9pPr>
    </p:bodyStyle>
    <p:otherStyle>
      <a:defPPr>
        <a:defRPr lang="en-US"/>
      </a:defPPr>
      <a:lvl1pPr marL="0" algn="l" defTabSz="758952" rtl="0" eaLnBrk="1" latinLnBrk="0" hangingPunct="1">
        <a:defRPr sz="1494" kern="1200">
          <a:solidFill>
            <a:schemeClr val="tx1"/>
          </a:solidFill>
          <a:latin typeface="+mn-lt"/>
          <a:ea typeface="+mn-ea"/>
          <a:cs typeface="+mn-cs"/>
        </a:defRPr>
      </a:lvl1pPr>
      <a:lvl2pPr marL="379476" algn="l" defTabSz="758952" rtl="0" eaLnBrk="1" latinLnBrk="0" hangingPunct="1">
        <a:defRPr sz="1494" kern="1200">
          <a:solidFill>
            <a:schemeClr val="tx1"/>
          </a:solidFill>
          <a:latin typeface="+mn-lt"/>
          <a:ea typeface="+mn-ea"/>
          <a:cs typeface="+mn-cs"/>
        </a:defRPr>
      </a:lvl2pPr>
      <a:lvl3pPr marL="758952" algn="l" defTabSz="758952" rtl="0" eaLnBrk="1" latinLnBrk="0" hangingPunct="1">
        <a:defRPr sz="1494" kern="1200">
          <a:solidFill>
            <a:schemeClr val="tx1"/>
          </a:solidFill>
          <a:latin typeface="+mn-lt"/>
          <a:ea typeface="+mn-ea"/>
          <a:cs typeface="+mn-cs"/>
        </a:defRPr>
      </a:lvl3pPr>
      <a:lvl4pPr marL="1138428" algn="l" defTabSz="758952" rtl="0" eaLnBrk="1" latinLnBrk="0" hangingPunct="1">
        <a:defRPr sz="1494" kern="1200">
          <a:solidFill>
            <a:schemeClr val="tx1"/>
          </a:solidFill>
          <a:latin typeface="+mn-lt"/>
          <a:ea typeface="+mn-ea"/>
          <a:cs typeface="+mn-cs"/>
        </a:defRPr>
      </a:lvl4pPr>
      <a:lvl5pPr marL="1517904" algn="l" defTabSz="758952" rtl="0" eaLnBrk="1" latinLnBrk="0" hangingPunct="1">
        <a:defRPr sz="1494" kern="1200">
          <a:solidFill>
            <a:schemeClr val="tx1"/>
          </a:solidFill>
          <a:latin typeface="+mn-lt"/>
          <a:ea typeface="+mn-ea"/>
          <a:cs typeface="+mn-cs"/>
        </a:defRPr>
      </a:lvl5pPr>
      <a:lvl6pPr marL="1897380" algn="l" defTabSz="758952" rtl="0" eaLnBrk="1" latinLnBrk="0" hangingPunct="1">
        <a:defRPr sz="1494" kern="1200">
          <a:solidFill>
            <a:schemeClr val="tx1"/>
          </a:solidFill>
          <a:latin typeface="+mn-lt"/>
          <a:ea typeface="+mn-ea"/>
          <a:cs typeface="+mn-cs"/>
        </a:defRPr>
      </a:lvl6pPr>
      <a:lvl7pPr marL="2276856" algn="l" defTabSz="758952" rtl="0" eaLnBrk="1" latinLnBrk="0" hangingPunct="1">
        <a:defRPr sz="1494" kern="1200">
          <a:solidFill>
            <a:schemeClr val="tx1"/>
          </a:solidFill>
          <a:latin typeface="+mn-lt"/>
          <a:ea typeface="+mn-ea"/>
          <a:cs typeface="+mn-cs"/>
        </a:defRPr>
      </a:lvl7pPr>
      <a:lvl8pPr marL="2656332" algn="l" defTabSz="758952" rtl="0" eaLnBrk="1" latinLnBrk="0" hangingPunct="1">
        <a:defRPr sz="1494" kern="1200">
          <a:solidFill>
            <a:schemeClr val="tx1"/>
          </a:solidFill>
          <a:latin typeface="+mn-lt"/>
          <a:ea typeface="+mn-ea"/>
          <a:cs typeface="+mn-cs"/>
        </a:defRPr>
      </a:lvl8pPr>
      <a:lvl9pPr marL="3035808" algn="l" defTabSz="758952" rtl="0" eaLnBrk="1" latinLnBrk="0" hangingPunct="1">
        <a:defRPr sz="14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5.png"/><Relationship Id="rId26" Type="http://schemas.openxmlformats.org/officeDocument/2006/relationships/image" Target="../media/image19.png"/><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23.png"/><Relationship Id="rId42" Type="http://schemas.openxmlformats.org/officeDocument/2006/relationships/customXml" Target="../ink/ink20.xml"/><Relationship Id="rId47" Type="http://schemas.openxmlformats.org/officeDocument/2006/relationships/image" Target="../media/image29.png"/><Relationship Id="rId50" Type="http://schemas.openxmlformats.org/officeDocument/2006/relationships/customXml" Target="../ink/ink24.xml"/><Relationship Id="rId55" Type="http://schemas.openxmlformats.org/officeDocument/2006/relationships/customXml" Target="../ink/ink27.xml"/><Relationship Id="rId63" Type="http://schemas.openxmlformats.org/officeDocument/2006/relationships/customXml" Target="../ink/ink31.xml"/><Relationship Id="rId68" Type="http://schemas.openxmlformats.org/officeDocument/2006/relationships/image" Target="../media/image39.png"/><Relationship Id="rId76" Type="http://schemas.openxmlformats.org/officeDocument/2006/relationships/image" Target="../media/image43.png"/><Relationship Id="rId7" Type="http://schemas.openxmlformats.org/officeDocument/2006/relationships/customXml" Target="../ink/ink2.xml"/><Relationship Id="rId71" Type="http://schemas.openxmlformats.org/officeDocument/2006/relationships/customXml" Target="../ink/ink35.xml"/><Relationship Id="rId2" Type="http://schemas.openxmlformats.org/officeDocument/2006/relationships/image" Target="../media/image6.png"/><Relationship Id="rId16" Type="http://schemas.openxmlformats.org/officeDocument/2006/relationships/image" Target="../media/image14.png"/><Relationship Id="rId29" Type="http://schemas.openxmlformats.org/officeDocument/2006/relationships/customXml" Target="../ink/ink13.xml"/><Relationship Id="rId11" Type="http://schemas.openxmlformats.org/officeDocument/2006/relationships/customXml" Target="../ink/ink4.xml"/><Relationship Id="rId24" Type="http://schemas.openxmlformats.org/officeDocument/2006/relationships/image" Target="../media/image18.png"/><Relationship Id="rId32" Type="http://schemas.openxmlformats.org/officeDocument/2006/relationships/image" Target="../media/image22.png"/><Relationship Id="rId37" Type="http://schemas.openxmlformats.org/officeDocument/2006/relationships/customXml" Target="../ink/ink17.xml"/><Relationship Id="rId40" Type="http://schemas.openxmlformats.org/officeDocument/2006/relationships/customXml" Target="../ink/ink19.xml"/><Relationship Id="rId45" Type="http://schemas.openxmlformats.org/officeDocument/2006/relationships/image" Target="../media/image28.png"/><Relationship Id="rId53" Type="http://schemas.openxmlformats.org/officeDocument/2006/relationships/customXml" Target="../ink/ink26.xml"/><Relationship Id="rId58" Type="http://schemas.openxmlformats.org/officeDocument/2006/relationships/image" Target="../media/image34.png"/><Relationship Id="rId66" Type="http://schemas.openxmlformats.org/officeDocument/2006/relationships/image" Target="../media/image38.png"/><Relationship Id="rId74" Type="http://schemas.openxmlformats.org/officeDocument/2006/relationships/image" Target="../media/image42.png"/><Relationship Id="rId79" Type="http://schemas.openxmlformats.org/officeDocument/2006/relationships/customXml" Target="../ink/ink39.xml"/><Relationship Id="rId5" Type="http://schemas.openxmlformats.org/officeDocument/2006/relationships/customXml" Target="../ink/ink1.xml"/><Relationship Id="rId61" Type="http://schemas.openxmlformats.org/officeDocument/2006/relationships/customXml" Target="../ink/ink30.xml"/><Relationship Id="rId82" Type="http://schemas.openxmlformats.org/officeDocument/2006/relationships/customXml" Target="../ink/ink41.xml"/><Relationship Id="rId10" Type="http://schemas.openxmlformats.org/officeDocument/2006/relationships/image" Target="../media/image11.png"/><Relationship Id="rId19" Type="http://schemas.openxmlformats.org/officeDocument/2006/relationships/customXml" Target="../ink/ink8.xml"/><Relationship Id="rId31" Type="http://schemas.openxmlformats.org/officeDocument/2006/relationships/customXml" Target="../ink/ink14.xml"/><Relationship Id="rId44" Type="http://schemas.openxmlformats.org/officeDocument/2006/relationships/customXml" Target="../ink/ink21.xml"/><Relationship Id="rId52" Type="http://schemas.openxmlformats.org/officeDocument/2006/relationships/image" Target="../media/image31.png"/><Relationship Id="rId60" Type="http://schemas.openxmlformats.org/officeDocument/2006/relationships/image" Target="../media/image35.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44.png"/><Relationship Id="rId81" Type="http://schemas.openxmlformats.org/officeDocument/2006/relationships/customXml" Target="../ink/ink40.xml"/><Relationship Id="rId4" Type="http://schemas.openxmlformats.org/officeDocument/2006/relationships/image" Target="../media/image8.png"/><Relationship Id="rId9" Type="http://schemas.openxmlformats.org/officeDocument/2006/relationships/customXml" Target="../ink/ink3.xml"/><Relationship Id="rId14" Type="http://schemas.openxmlformats.org/officeDocument/2006/relationships/image" Target="../media/image13.png"/><Relationship Id="rId22" Type="http://schemas.openxmlformats.org/officeDocument/2006/relationships/image" Target="../media/image17.png"/><Relationship Id="rId27" Type="http://schemas.openxmlformats.org/officeDocument/2006/relationships/customXml" Target="../ink/ink12.xml"/><Relationship Id="rId30" Type="http://schemas.openxmlformats.org/officeDocument/2006/relationships/image" Target="../media/image21.png"/><Relationship Id="rId35" Type="http://schemas.openxmlformats.org/officeDocument/2006/relationships/customXml" Target="../ink/ink16.xml"/><Relationship Id="rId43" Type="http://schemas.openxmlformats.org/officeDocument/2006/relationships/image" Target="../media/image27.png"/><Relationship Id="rId48" Type="http://schemas.openxmlformats.org/officeDocument/2006/relationships/customXml" Target="../ink/ink23.xml"/><Relationship Id="rId56" Type="http://schemas.openxmlformats.org/officeDocument/2006/relationships/image" Target="../media/image33.png"/><Relationship Id="rId64" Type="http://schemas.openxmlformats.org/officeDocument/2006/relationships/image" Target="../media/image37.png"/><Relationship Id="rId69" Type="http://schemas.openxmlformats.org/officeDocument/2006/relationships/customXml" Target="../ink/ink34.xml"/><Relationship Id="rId77" Type="http://schemas.openxmlformats.org/officeDocument/2006/relationships/customXml" Target="../ink/ink38.xml"/><Relationship Id="rId8" Type="http://schemas.openxmlformats.org/officeDocument/2006/relationships/image" Target="../media/image10.png"/><Relationship Id="rId51" Type="http://schemas.openxmlformats.org/officeDocument/2006/relationships/customXml" Target="../ink/ink25.xml"/><Relationship Id="rId72" Type="http://schemas.openxmlformats.org/officeDocument/2006/relationships/image" Target="../media/image41.png"/><Relationship Id="rId80" Type="http://schemas.openxmlformats.org/officeDocument/2006/relationships/image" Target="../media/image45.png"/><Relationship Id="rId3"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5.png"/><Relationship Id="rId46" Type="http://schemas.openxmlformats.org/officeDocument/2006/relationships/customXml" Target="../ink/ink22.xml"/><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6.png"/><Relationship Id="rId41" Type="http://schemas.openxmlformats.org/officeDocument/2006/relationships/image" Target="../media/image26.png"/><Relationship Id="rId54" Type="http://schemas.openxmlformats.org/officeDocument/2006/relationships/image" Target="../media/image32.png"/><Relationship Id="rId62" Type="http://schemas.openxmlformats.org/officeDocument/2006/relationships/image" Target="../media/image36.png"/><Relationship Id="rId70" Type="http://schemas.openxmlformats.org/officeDocument/2006/relationships/image" Target="../media/image40.png"/><Relationship Id="rId75" Type="http://schemas.openxmlformats.org/officeDocument/2006/relationships/customXml" Target="../ink/ink37.xml"/><Relationship Id="rId83"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9.png"/><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20.png"/><Relationship Id="rId36" Type="http://schemas.openxmlformats.org/officeDocument/2006/relationships/image" Target="../media/image24.png"/><Relationship Id="rId49" Type="http://schemas.openxmlformats.org/officeDocument/2006/relationships/image" Target="../media/image30.png"/><Relationship Id="rId57" Type="http://schemas.openxmlformats.org/officeDocument/2006/relationships/customXml" Target="../ink/ink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F08054DB-65AC-4F38-F52D-FE65DE0C8B82}"/>
              </a:ext>
            </a:extLst>
          </p:cNvPr>
          <p:cNvPicPr>
            <a:picLocks noChangeAspect="1"/>
          </p:cNvPicPr>
          <p:nvPr/>
        </p:nvPicPr>
        <p:blipFill>
          <a:blip r:embed="rId2">
            <a:lum/>
            <a:alphaModFix/>
          </a:blip>
          <a:srcRect/>
          <a:stretch>
            <a:fillRect/>
          </a:stretch>
        </p:blipFill>
        <p:spPr>
          <a:xfrm rot="18598">
            <a:off x="-677689" y="279166"/>
            <a:ext cx="9584146" cy="1531053"/>
          </a:xfrm>
          <a:prstGeom prst="rect">
            <a:avLst/>
          </a:prstGeom>
          <a:noFill/>
          <a:ln cap="flat">
            <a:noFill/>
          </a:ln>
        </p:spPr>
      </p:pic>
      <p:pic>
        <p:nvPicPr>
          <p:cNvPr id="5" name="Picture 7">
            <a:extLst>
              <a:ext uri="{FF2B5EF4-FFF2-40B4-BE49-F238E27FC236}">
                <a16:creationId xmlns:a16="http://schemas.microsoft.com/office/drawing/2014/main" id="{482D0BFE-08F9-1D67-FC45-59E2D17D4811}"/>
              </a:ext>
            </a:extLst>
          </p:cNvPr>
          <p:cNvPicPr>
            <a:picLocks noChangeAspect="1"/>
          </p:cNvPicPr>
          <p:nvPr/>
        </p:nvPicPr>
        <p:blipFill>
          <a:blip r:embed="rId3">
            <a:lum/>
            <a:alphaModFix/>
          </a:blip>
          <a:srcRect/>
          <a:stretch>
            <a:fillRect/>
          </a:stretch>
        </p:blipFill>
        <p:spPr>
          <a:xfrm>
            <a:off x="2366723" y="2686379"/>
            <a:ext cx="2826227" cy="2826227"/>
          </a:xfrm>
          <a:prstGeom prst="rect">
            <a:avLst/>
          </a:prstGeom>
          <a:noFill/>
          <a:ln cap="flat">
            <a:noFill/>
          </a:ln>
        </p:spPr>
      </p:pic>
      <p:sp>
        <p:nvSpPr>
          <p:cNvPr id="6" name="TextBox 8">
            <a:extLst>
              <a:ext uri="{FF2B5EF4-FFF2-40B4-BE49-F238E27FC236}">
                <a16:creationId xmlns:a16="http://schemas.microsoft.com/office/drawing/2014/main" id="{5149914C-7A02-F537-0B2F-AC44AF8B4C16}"/>
              </a:ext>
            </a:extLst>
          </p:cNvPr>
          <p:cNvSpPr txBox="1"/>
          <p:nvPr/>
        </p:nvSpPr>
        <p:spPr>
          <a:xfrm>
            <a:off x="817235" y="6129766"/>
            <a:ext cx="5994382" cy="1410721"/>
          </a:xfrm>
          <a:prstGeom prst="rect">
            <a:avLst/>
          </a:prstGeom>
          <a:noFill/>
          <a:ln cap="flat">
            <a:noFill/>
          </a:ln>
        </p:spPr>
        <p:txBody>
          <a:bodyPr vert="horz" wrap="square" lIns="0" tIns="0" rIns="0" bIns="0" anchor="ctr" anchorCtr="1" compatLnSpc="1">
            <a:noAutofit/>
          </a:bodyPr>
          <a:lstStyle/>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mj-lt"/>
                <a:ea typeface="Microsoft YaHei" pitchFamily="2"/>
                <a:cs typeface="Arial" pitchFamily="2"/>
              </a:rPr>
              <a:t>LAB REPORT NO:-04</a:t>
            </a:r>
          </a:p>
          <a:p>
            <a:pPr algn="ctr" hangingPunct="0">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mj-lt"/>
                <a:ea typeface="Microsoft YaHei" pitchFamily="2"/>
                <a:cs typeface="Arial" pitchFamily="2"/>
              </a:rPr>
              <a:t>LAB REPORT ON:-</a:t>
            </a:r>
          </a:p>
          <a:p>
            <a:pPr algn="ctr" hangingPunct="0">
              <a:defRPr sz="1000" b="0" i="0" u="none" strike="noStrike" kern="0" cap="none" spc="0" baseline="0">
                <a:solidFill>
                  <a:srgbClr val="000000"/>
                </a:solidFill>
                <a:uFillTx/>
                <a:latin typeface="Arial Rounded MT Bold" pitchFamily="34"/>
              </a:defRPr>
            </a:pPr>
            <a:r>
              <a:rPr lang="en-US" sz="2000" kern="0" dirty="0">
                <a:solidFill>
                  <a:srgbClr val="000000"/>
                </a:solidFill>
                <a:highlight>
                  <a:scrgbClr r="0" g="0" b="0">
                    <a:alpha val="0"/>
                  </a:scrgbClr>
                </a:highlight>
                <a:latin typeface="+mj-lt"/>
              </a:rPr>
              <a:t>Register Organization of CPU</a:t>
            </a:r>
          </a:p>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endParaRPr lang="en-US" sz="2000" b="0" i="1" u="none" strike="noStrike" kern="1200" cap="none" spc="0" baseline="0" dirty="0">
              <a:solidFill>
                <a:srgbClr val="000000"/>
              </a:solidFill>
              <a:highlight>
                <a:scrgbClr r="0" g="0" b="0">
                  <a:alpha val="0"/>
                </a:scrgbClr>
              </a:highlight>
              <a:uFillTx/>
              <a:latin typeface="Arial Narrow" pitchFamily="34"/>
              <a:ea typeface="Microsoft YaHei" pitchFamily="2"/>
              <a:cs typeface="Arial" pitchFamily="2"/>
            </a:endParaRPr>
          </a:p>
        </p:txBody>
      </p:sp>
      <p:sp>
        <p:nvSpPr>
          <p:cNvPr id="7" name="TextBox 8">
            <a:extLst>
              <a:ext uri="{FF2B5EF4-FFF2-40B4-BE49-F238E27FC236}">
                <a16:creationId xmlns:a16="http://schemas.microsoft.com/office/drawing/2014/main" id="{A6F6E7F5-D642-FAC8-F578-EA90F2E1D1E0}"/>
              </a:ext>
            </a:extLst>
          </p:cNvPr>
          <p:cNvSpPr txBox="1"/>
          <p:nvPr/>
        </p:nvSpPr>
        <p:spPr>
          <a:xfrm>
            <a:off x="906591" y="7864498"/>
            <a:ext cx="6415549" cy="2554540"/>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1" u="none" strike="noStrike" kern="1200" cap="none" spc="0" baseline="0" dirty="0">
                <a:solidFill>
                  <a:srgbClr val="000000"/>
                </a:solidFill>
                <a:uFillTx/>
                <a:latin typeface="Calibri"/>
              </a:rPr>
              <a:t>SUMMITTED BY:                               SUMMITTED TO: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Name: </a:t>
            </a:r>
            <a:r>
              <a:rPr lang="en-US" sz="2000" b="0" i="1" u="none" strike="noStrike" kern="0" cap="none" spc="0" baseline="0" dirty="0">
                <a:solidFill>
                  <a:srgbClr val="000000"/>
                </a:solidFill>
                <a:uFillTx/>
                <a:latin typeface="Calibri"/>
              </a:rPr>
              <a:t>Oshan Bajracharya         </a:t>
            </a:r>
            <a:r>
              <a:rPr lang="en-US" sz="2000" b="0" i="1" u="none" strike="noStrike" kern="1200" cap="none" spc="0" baseline="0" dirty="0">
                <a:solidFill>
                  <a:srgbClr val="000000"/>
                </a:solidFill>
                <a:uFillTx/>
                <a:latin typeface="Calibri"/>
              </a:rPr>
              <a:t>Department Of ICT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Roll No: 230328                            Date of Experiment: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Faculty: BE-Computer                   2082-02-29</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Group: B                                       Date of Submission:</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a:solidFill>
                  <a:srgbClr val="000000"/>
                </a:solidFill>
                <a:uFillTx/>
                <a:latin typeface="Calibri"/>
              </a:rPr>
              <a:t>                                                            </a:t>
            </a:r>
            <a:r>
              <a:rPr lang="en-US" sz="2000" b="0" i="1" u="none" strike="noStrike" kern="0" cap="none" spc="0" baseline="0" dirty="0">
                <a:solidFill>
                  <a:srgbClr val="000000"/>
                </a:solidFill>
                <a:uFillTx/>
                <a:latin typeface="Calibri"/>
              </a:rPr>
              <a:t>2082-03-05</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sng" strike="noStrike" kern="1200" cap="none" spc="0" baseline="0" dirty="0">
              <a:solidFill>
                <a:srgbClr val="000000"/>
              </a:solidFill>
              <a:uFillTx/>
              <a:latin typeface="Calibri"/>
            </a:endParaRPr>
          </a:p>
        </p:txBody>
      </p:sp>
    </p:spTree>
    <p:extLst>
      <p:ext uri="{BB962C8B-B14F-4D97-AF65-F5344CB8AC3E}">
        <p14:creationId xmlns:p14="http://schemas.microsoft.com/office/powerpoint/2010/main" val="163072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9234EC-13A2-730C-A494-A36707FE61B2}"/>
              </a:ext>
            </a:extLst>
          </p:cNvPr>
          <p:cNvSpPr>
            <a:spLocks noGrp="1"/>
          </p:cNvSpPr>
          <p:nvPr>
            <p:ph type="subTitle" idx="1"/>
          </p:nvPr>
        </p:nvSpPr>
        <p:spPr>
          <a:xfrm>
            <a:off x="261257" y="248194"/>
            <a:ext cx="6910251" cy="10215155"/>
          </a:xfrm>
        </p:spPr>
        <p:txBody>
          <a:bodyPr>
            <a:noAutofit/>
          </a:bodyPr>
          <a:lstStyle/>
          <a:p>
            <a:pPr algn="l"/>
            <a:r>
              <a:rPr lang="en-US" sz="1600" u="sng" dirty="0">
                <a:latin typeface="+mj-lt"/>
              </a:rPr>
              <a:t>TITLE :</a:t>
            </a:r>
            <a:br>
              <a:rPr lang="en-US" sz="1600" dirty="0">
                <a:latin typeface="+mj-lt"/>
              </a:rPr>
            </a:br>
            <a:r>
              <a:rPr lang="en-US" sz="1600" dirty="0">
                <a:latin typeface="+mj-lt"/>
              </a:rPr>
              <a:t>Register Organization of CPU</a:t>
            </a:r>
          </a:p>
          <a:p>
            <a:pPr algn="l"/>
            <a:r>
              <a:rPr lang="en-US" sz="1600" u="sng" dirty="0">
                <a:latin typeface="+mj-lt"/>
              </a:rPr>
              <a:t>OBJECTIVE :</a:t>
            </a:r>
          </a:p>
          <a:p>
            <a:pPr algn="l"/>
            <a:r>
              <a:rPr lang="en-US" sz="1600" dirty="0">
                <a:latin typeface="+mj-lt"/>
              </a:rPr>
              <a:t>To implement 2-bit register organization of  CPU making use of previously implemented ALU and simulate the working.</a:t>
            </a:r>
          </a:p>
          <a:p>
            <a:pPr algn="l"/>
            <a:r>
              <a:rPr lang="en-US" sz="1600" u="sng" dirty="0">
                <a:latin typeface="+mj-lt"/>
              </a:rPr>
              <a:t>THEORY :</a:t>
            </a: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lvl="0" algn="l" defTabSz="914400" eaLnBrk="0" fontAlgn="base" hangingPunct="0">
              <a:lnSpc>
                <a:spcPct val="100000"/>
              </a:lnSpc>
              <a:spcBef>
                <a:spcPct val="0"/>
              </a:spcBef>
              <a:spcAft>
                <a:spcPct val="0"/>
              </a:spcAft>
            </a:pPr>
            <a:r>
              <a:rPr lang="en-US" altLang="en-US" sz="1600" dirty="0">
                <a:latin typeface="+mj-lt"/>
              </a:rPr>
              <a:t>Key Components:</a:t>
            </a:r>
          </a:p>
          <a:p>
            <a:pPr lvl="0" algn="l" defTabSz="914400" eaLnBrk="0" fontAlgn="base" hangingPunct="0">
              <a:lnSpc>
                <a:spcPct val="100000"/>
              </a:lnSpc>
              <a:spcBef>
                <a:spcPct val="0"/>
              </a:spcBef>
              <a:spcAft>
                <a:spcPct val="0"/>
              </a:spcAft>
              <a:buFontTx/>
              <a:buAutoNum type="arabicPeriod"/>
            </a:pPr>
            <a:r>
              <a:rPr lang="en-US" altLang="en-US" sz="1600" dirty="0">
                <a:latin typeface="+mj-lt"/>
              </a:rPr>
              <a:t>Registers (R0 to R7):</a:t>
            </a:r>
          </a:p>
          <a:p>
            <a:pPr marL="457200" lvl="1" algn="l" defTabSz="914400" eaLnBrk="0" fontAlgn="base" hangingPunct="0">
              <a:lnSpc>
                <a:spcPct val="100000"/>
              </a:lnSpc>
              <a:spcBef>
                <a:spcPct val="0"/>
              </a:spcBef>
              <a:spcAft>
                <a:spcPct val="0"/>
              </a:spcAft>
              <a:buFontTx/>
              <a:buChar char="•"/>
            </a:pPr>
            <a:r>
              <a:rPr lang="en-US" altLang="en-US" sz="1600" dirty="0">
                <a:latin typeface="+mj-lt"/>
              </a:rPr>
              <a:t>Small storage units to hold data temporarily.</a:t>
            </a:r>
          </a:p>
          <a:p>
            <a:pPr marL="457200" lvl="1" algn="l" defTabSz="914400" eaLnBrk="0" fontAlgn="base" hangingPunct="0">
              <a:lnSpc>
                <a:spcPct val="100000"/>
              </a:lnSpc>
              <a:spcBef>
                <a:spcPct val="0"/>
              </a:spcBef>
              <a:spcAft>
                <a:spcPct val="0"/>
              </a:spcAft>
              <a:buFontTx/>
              <a:buChar char="•"/>
            </a:pPr>
            <a:r>
              <a:rPr lang="en-US" altLang="en-US" sz="1600" dirty="0">
                <a:latin typeface="+mj-lt"/>
              </a:rPr>
              <a:t>Each register is 2-bit wide in this implementation.</a:t>
            </a:r>
          </a:p>
          <a:p>
            <a:pPr lvl="0" algn="l" defTabSz="914400" eaLnBrk="0" fontAlgn="base" hangingPunct="0">
              <a:lnSpc>
                <a:spcPct val="100000"/>
              </a:lnSpc>
              <a:spcBef>
                <a:spcPct val="0"/>
              </a:spcBef>
              <a:spcAft>
                <a:spcPct val="0"/>
              </a:spcAft>
              <a:buFontTx/>
              <a:buAutoNum type="arabicPeriod" startAt="2"/>
            </a:pPr>
            <a:r>
              <a:rPr lang="en-US" altLang="en-US" sz="1600" dirty="0">
                <a:latin typeface="+mj-lt"/>
              </a:rPr>
              <a:t>Clock &amp; Load Lines:</a:t>
            </a:r>
          </a:p>
          <a:p>
            <a:pPr marL="457200" lvl="1" algn="l" defTabSz="914400" eaLnBrk="0" fontAlgn="base" hangingPunct="0">
              <a:lnSpc>
                <a:spcPct val="100000"/>
              </a:lnSpc>
              <a:spcBef>
                <a:spcPct val="0"/>
              </a:spcBef>
              <a:spcAft>
                <a:spcPct val="0"/>
              </a:spcAft>
              <a:buFontTx/>
              <a:buChar char="•"/>
            </a:pPr>
            <a:r>
              <a:rPr lang="en-US" altLang="en-US" sz="1600" dirty="0">
                <a:latin typeface="+mj-lt"/>
              </a:rPr>
              <a:t>Clock synchronizes operations.</a:t>
            </a:r>
          </a:p>
          <a:p>
            <a:pPr marL="457200" lvl="1" algn="l" defTabSz="914400" eaLnBrk="0" fontAlgn="base" hangingPunct="0">
              <a:lnSpc>
                <a:spcPct val="100000"/>
              </a:lnSpc>
              <a:spcBef>
                <a:spcPct val="0"/>
              </a:spcBef>
              <a:spcAft>
                <a:spcPct val="0"/>
              </a:spcAft>
              <a:buFontTx/>
              <a:buChar char="•"/>
            </a:pPr>
            <a:r>
              <a:rPr lang="en-US" altLang="en-US" sz="1600" dirty="0">
                <a:latin typeface="+mj-lt"/>
              </a:rPr>
              <a:t>Load lines determine which register will receive new data.</a:t>
            </a:r>
          </a:p>
          <a:p>
            <a:pPr lvl="0" algn="l" defTabSz="914400" eaLnBrk="0" fontAlgn="base" hangingPunct="0">
              <a:lnSpc>
                <a:spcPct val="100000"/>
              </a:lnSpc>
              <a:spcBef>
                <a:spcPct val="0"/>
              </a:spcBef>
              <a:spcAft>
                <a:spcPct val="0"/>
              </a:spcAft>
              <a:buFontTx/>
              <a:buAutoNum type="arabicPeriod" startAt="3"/>
            </a:pPr>
            <a:r>
              <a:rPr lang="en-US" altLang="en-US" sz="1600" dirty="0">
                <a:latin typeface="+mj-lt"/>
              </a:rPr>
              <a:t>3x8 Decoder:</a:t>
            </a:r>
          </a:p>
          <a:p>
            <a:pPr marL="457200" lvl="1" algn="l" defTabSz="914400" eaLnBrk="0" fontAlgn="base" hangingPunct="0">
              <a:lnSpc>
                <a:spcPct val="100000"/>
              </a:lnSpc>
              <a:spcBef>
                <a:spcPct val="0"/>
              </a:spcBef>
              <a:spcAft>
                <a:spcPct val="0"/>
              </a:spcAft>
              <a:buFontTx/>
              <a:buChar char="•"/>
            </a:pPr>
            <a:r>
              <a:rPr lang="en-US" altLang="en-US" sz="1600" dirty="0">
                <a:latin typeface="+mj-lt"/>
              </a:rPr>
              <a:t>Converts a 3-bit SELD (Select Destination) signal into 1-of-8 line to select which register to load.</a:t>
            </a:r>
          </a:p>
          <a:p>
            <a:pPr lvl="0" algn="l" defTabSz="914400" eaLnBrk="0" fontAlgn="base" hangingPunct="0">
              <a:lnSpc>
                <a:spcPct val="100000"/>
              </a:lnSpc>
              <a:spcBef>
                <a:spcPct val="0"/>
              </a:spcBef>
              <a:spcAft>
                <a:spcPct val="0"/>
              </a:spcAft>
              <a:buFontTx/>
              <a:buAutoNum type="arabicPeriod" startAt="4"/>
            </a:pPr>
            <a:r>
              <a:rPr lang="en-US" altLang="en-US" sz="1600" dirty="0">
                <a:latin typeface="+mj-lt"/>
              </a:rPr>
              <a:t>Multiplexers (MUX):</a:t>
            </a:r>
          </a:p>
          <a:p>
            <a:pPr marL="457200" lvl="1" algn="l" defTabSz="914400" eaLnBrk="0" fontAlgn="base" hangingPunct="0">
              <a:lnSpc>
                <a:spcPct val="100000"/>
              </a:lnSpc>
              <a:spcBef>
                <a:spcPct val="0"/>
              </a:spcBef>
              <a:spcAft>
                <a:spcPct val="0"/>
              </a:spcAft>
              <a:buFontTx/>
              <a:buChar char="•"/>
            </a:pPr>
            <a:r>
              <a:rPr lang="en-US" altLang="en-US" sz="1600" dirty="0">
                <a:latin typeface="+mj-lt"/>
              </a:rPr>
              <a:t>SELA and SELB are 3-bit signals selecting source registers.</a:t>
            </a:r>
          </a:p>
          <a:p>
            <a:pPr marL="457200" lvl="1" algn="l" defTabSz="914400" eaLnBrk="0" fontAlgn="base" hangingPunct="0">
              <a:lnSpc>
                <a:spcPct val="100000"/>
              </a:lnSpc>
              <a:spcBef>
                <a:spcPct val="0"/>
              </a:spcBef>
              <a:spcAft>
                <a:spcPct val="0"/>
              </a:spcAft>
              <a:buFontTx/>
              <a:buChar char="•"/>
            </a:pPr>
            <a:r>
              <a:rPr lang="en-US" altLang="en-US" sz="1600" dirty="0">
                <a:latin typeface="+mj-lt"/>
              </a:rPr>
              <a:t>One MUX selects the register for A bus, another for B bus.</a:t>
            </a:r>
          </a:p>
          <a:p>
            <a:pPr lvl="0" algn="l" defTabSz="914400" eaLnBrk="0" fontAlgn="base" hangingPunct="0">
              <a:lnSpc>
                <a:spcPct val="100000"/>
              </a:lnSpc>
              <a:spcBef>
                <a:spcPct val="0"/>
              </a:spcBef>
              <a:spcAft>
                <a:spcPct val="0"/>
              </a:spcAft>
              <a:buFontTx/>
              <a:buAutoNum type="arabicPeriod" startAt="5"/>
            </a:pPr>
            <a:r>
              <a:rPr lang="en-US" altLang="en-US" sz="1600" dirty="0">
                <a:latin typeface="+mj-lt"/>
              </a:rPr>
              <a:t>A bus &amp; B bus:</a:t>
            </a:r>
          </a:p>
          <a:p>
            <a:pPr marL="457200" lvl="1" algn="l" defTabSz="914400" eaLnBrk="0" fontAlgn="base" hangingPunct="0">
              <a:lnSpc>
                <a:spcPct val="100000"/>
              </a:lnSpc>
              <a:spcBef>
                <a:spcPct val="0"/>
              </a:spcBef>
              <a:spcAft>
                <a:spcPct val="0"/>
              </a:spcAft>
              <a:buFontTx/>
              <a:buChar char="•"/>
            </a:pPr>
            <a:r>
              <a:rPr lang="en-US" altLang="en-US" sz="1600" dirty="0">
                <a:latin typeface="+mj-lt"/>
              </a:rPr>
              <a:t>Carry data from selected registers to the ALU.</a:t>
            </a:r>
          </a:p>
          <a:p>
            <a:pPr lvl="0" algn="l" defTabSz="914400" eaLnBrk="0" fontAlgn="base" hangingPunct="0">
              <a:lnSpc>
                <a:spcPct val="100000"/>
              </a:lnSpc>
              <a:spcBef>
                <a:spcPct val="0"/>
              </a:spcBef>
              <a:spcAft>
                <a:spcPct val="0"/>
              </a:spcAft>
            </a:pPr>
            <a:endParaRPr lang="en-US" altLang="en-US" sz="1600" dirty="0">
              <a:latin typeface="+mj-lt"/>
            </a:endParaRPr>
          </a:p>
          <a:p>
            <a:pPr lvl="0" algn="l" defTabSz="914400" eaLnBrk="0" fontAlgn="base" hangingPunct="0">
              <a:lnSpc>
                <a:spcPct val="100000"/>
              </a:lnSpc>
              <a:spcBef>
                <a:spcPct val="0"/>
              </a:spcBef>
              <a:spcAft>
                <a:spcPct val="0"/>
              </a:spcAft>
            </a:pPr>
            <a:endParaRPr lang="en-US" altLang="en-US" sz="1600" dirty="0">
              <a:latin typeface="+mj-lt"/>
            </a:endParaRPr>
          </a:p>
          <a:p>
            <a:pPr lvl="0" algn="l" defTabSz="914400" eaLnBrk="0" fontAlgn="base" hangingPunct="0">
              <a:lnSpc>
                <a:spcPct val="100000"/>
              </a:lnSpc>
              <a:spcBef>
                <a:spcPct val="0"/>
              </a:spcBef>
              <a:spcAft>
                <a:spcPct val="0"/>
              </a:spcAft>
            </a:pPr>
            <a:endParaRPr lang="en-US" altLang="en-US" sz="1600"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a:p>
            <a:pPr algn="l"/>
            <a:endParaRPr lang="en-US" sz="1600" u="sng" dirty="0">
              <a:latin typeface="+mj-lt"/>
            </a:endParaRPr>
          </a:p>
        </p:txBody>
      </p:sp>
      <p:grpSp>
        <p:nvGrpSpPr>
          <p:cNvPr id="5" name="Group 4">
            <a:extLst>
              <a:ext uri="{FF2B5EF4-FFF2-40B4-BE49-F238E27FC236}">
                <a16:creationId xmlns:a16="http://schemas.microsoft.com/office/drawing/2014/main" id="{2E7D67EA-B90B-4C41-BBC5-6B9A06A09F4F}"/>
              </a:ext>
            </a:extLst>
          </p:cNvPr>
          <p:cNvGrpSpPr/>
          <p:nvPr/>
        </p:nvGrpSpPr>
        <p:grpSpPr>
          <a:xfrm>
            <a:off x="739278" y="1717902"/>
            <a:ext cx="6432230" cy="4688477"/>
            <a:chOff x="1731962" y="1478060"/>
            <a:chExt cx="6880225" cy="5379940"/>
          </a:xfrm>
        </p:grpSpPr>
        <p:sp>
          <p:nvSpPr>
            <p:cNvPr id="6" name="Text Box 46">
              <a:extLst>
                <a:ext uri="{FF2B5EF4-FFF2-40B4-BE49-F238E27FC236}">
                  <a16:creationId xmlns:a16="http://schemas.microsoft.com/office/drawing/2014/main" id="{F16CAC11-2660-469A-983A-C8438448B762}"/>
                </a:ext>
              </a:extLst>
            </p:cNvPr>
            <p:cNvSpPr txBox="1">
              <a:spLocks noChangeArrowheads="1"/>
            </p:cNvSpPr>
            <p:nvPr/>
          </p:nvSpPr>
          <p:spPr bwMode="auto">
            <a:xfrm>
              <a:off x="5791200" y="6521450"/>
              <a:ext cx="803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dirty="0"/>
                <a:t>Output</a:t>
              </a:r>
            </a:p>
          </p:txBody>
        </p:sp>
        <p:grpSp>
          <p:nvGrpSpPr>
            <p:cNvPr id="7" name="Group 6">
              <a:extLst>
                <a:ext uri="{FF2B5EF4-FFF2-40B4-BE49-F238E27FC236}">
                  <a16:creationId xmlns:a16="http://schemas.microsoft.com/office/drawing/2014/main" id="{0090630A-4691-48D4-9211-C533E825496C}"/>
                </a:ext>
              </a:extLst>
            </p:cNvPr>
            <p:cNvGrpSpPr/>
            <p:nvPr/>
          </p:nvGrpSpPr>
          <p:grpSpPr>
            <a:xfrm>
              <a:off x="1731962" y="1478060"/>
              <a:ext cx="6880225" cy="5073650"/>
              <a:chOff x="1447800" y="1752600"/>
              <a:chExt cx="6880225" cy="5073650"/>
            </a:xfrm>
          </p:grpSpPr>
          <p:sp>
            <p:nvSpPr>
              <p:cNvPr id="8" name="Rectangle 7">
                <a:extLst>
                  <a:ext uri="{FF2B5EF4-FFF2-40B4-BE49-F238E27FC236}">
                    <a16:creationId xmlns:a16="http://schemas.microsoft.com/office/drawing/2014/main" id="{375134B0-71E2-4595-A767-A141FDCD129C}"/>
                  </a:ext>
                </a:extLst>
              </p:cNvPr>
              <p:cNvSpPr>
                <a:spLocks noChangeArrowheads="1"/>
              </p:cNvSpPr>
              <p:nvPr/>
            </p:nvSpPr>
            <p:spPr bwMode="auto">
              <a:xfrm>
                <a:off x="4572000" y="5226050"/>
                <a:ext cx="2362200" cy="1143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9" name="Text Box 6">
                <a:extLst>
                  <a:ext uri="{FF2B5EF4-FFF2-40B4-BE49-F238E27FC236}">
                    <a16:creationId xmlns:a16="http://schemas.microsoft.com/office/drawing/2014/main" id="{CE721DD7-E2FE-4433-86AF-76600ED1B4F5}"/>
                  </a:ext>
                </a:extLst>
              </p:cNvPr>
              <p:cNvSpPr txBox="1">
                <a:spLocks noChangeArrowheads="1"/>
              </p:cNvSpPr>
              <p:nvPr/>
            </p:nvSpPr>
            <p:spPr bwMode="auto">
              <a:xfrm>
                <a:off x="5105400" y="5378450"/>
                <a:ext cx="1092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algn="ctr" eaLnBrk="1" hangingPunct="1"/>
                <a:r>
                  <a:rPr lang="en-US" altLang="zh-TW" sz="1600"/>
                  <a:t>Arithmetic</a:t>
                </a:r>
              </a:p>
              <a:p>
                <a:pPr algn="ctr" eaLnBrk="1" hangingPunct="1"/>
                <a:r>
                  <a:rPr lang="en-US" altLang="zh-TW" sz="1600"/>
                  <a:t>logic unit</a:t>
                </a:r>
              </a:p>
              <a:p>
                <a:pPr algn="ctr" eaLnBrk="1" hangingPunct="1"/>
                <a:r>
                  <a:rPr lang="en-US" altLang="zh-TW" sz="1600"/>
                  <a:t>(ALU)</a:t>
                </a:r>
              </a:p>
            </p:txBody>
          </p:sp>
          <p:sp>
            <p:nvSpPr>
              <p:cNvPr id="10" name="Rectangle 9">
                <a:extLst>
                  <a:ext uri="{FF2B5EF4-FFF2-40B4-BE49-F238E27FC236}">
                    <a16:creationId xmlns:a16="http://schemas.microsoft.com/office/drawing/2014/main" id="{FCC8A366-E0A0-4238-92CE-D9979782120C}"/>
                  </a:ext>
                </a:extLst>
              </p:cNvPr>
              <p:cNvSpPr>
                <a:spLocks noChangeArrowheads="1"/>
              </p:cNvSpPr>
              <p:nvPr/>
            </p:nvSpPr>
            <p:spPr bwMode="auto">
              <a:xfrm>
                <a:off x="4343400" y="4311650"/>
                <a:ext cx="1371600" cy="5334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1" name="Rectangle 10">
                <a:extLst>
                  <a:ext uri="{FF2B5EF4-FFF2-40B4-BE49-F238E27FC236}">
                    <a16:creationId xmlns:a16="http://schemas.microsoft.com/office/drawing/2014/main" id="{D10F720A-3B13-441C-986A-62E9F3DCF2DC}"/>
                  </a:ext>
                </a:extLst>
              </p:cNvPr>
              <p:cNvSpPr>
                <a:spLocks noChangeArrowheads="1"/>
              </p:cNvSpPr>
              <p:nvPr/>
            </p:nvSpPr>
            <p:spPr bwMode="auto">
              <a:xfrm>
                <a:off x="5943600" y="4311650"/>
                <a:ext cx="1371600" cy="5334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2" name="Rectangle 11">
                <a:extLst>
                  <a:ext uri="{FF2B5EF4-FFF2-40B4-BE49-F238E27FC236}">
                    <a16:creationId xmlns:a16="http://schemas.microsoft.com/office/drawing/2014/main" id="{4DC0EEF7-6091-42EB-948D-DAC70F390ED2}"/>
                  </a:ext>
                </a:extLst>
              </p:cNvPr>
              <p:cNvSpPr>
                <a:spLocks noChangeArrowheads="1"/>
              </p:cNvSpPr>
              <p:nvPr/>
            </p:nvSpPr>
            <p:spPr bwMode="auto">
              <a:xfrm>
                <a:off x="1981200" y="5073650"/>
                <a:ext cx="914400" cy="838200"/>
              </a:xfrm>
              <a:prstGeom prst="rect">
                <a:avLst/>
              </a:prstGeom>
              <a:solidFill>
                <a:srgbClr val="02E20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3" name="Rectangle 12">
                <a:extLst>
                  <a:ext uri="{FF2B5EF4-FFF2-40B4-BE49-F238E27FC236}">
                    <a16:creationId xmlns:a16="http://schemas.microsoft.com/office/drawing/2014/main" id="{A5202B62-8174-4B6B-9A58-35F33B297395}"/>
                  </a:ext>
                </a:extLst>
              </p:cNvPr>
              <p:cNvSpPr>
                <a:spLocks noChangeArrowheads="1"/>
              </p:cNvSpPr>
              <p:nvPr/>
            </p:nvSpPr>
            <p:spPr bwMode="auto">
              <a:xfrm>
                <a:off x="1752600" y="35496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4" name="Rectangle 13">
                <a:extLst>
                  <a:ext uri="{FF2B5EF4-FFF2-40B4-BE49-F238E27FC236}">
                    <a16:creationId xmlns:a16="http://schemas.microsoft.com/office/drawing/2014/main" id="{7B8FC43B-56DA-4163-B0A6-A788A2E43C17}"/>
                  </a:ext>
                </a:extLst>
              </p:cNvPr>
              <p:cNvSpPr>
                <a:spLocks noChangeArrowheads="1"/>
              </p:cNvSpPr>
              <p:nvPr/>
            </p:nvSpPr>
            <p:spPr bwMode="auto">
              <a:xfrm>
                <a:off x="1752600" y="32448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5" name="Rectangle 14">
                <a:extLst>
                  <a:ext uri="{FF2B5EF4-FFF2-40B4-BE49-F238E27FC236}">
                    <a16:creationId xmlns:a16="http://schemas.microsoft.com/office/drawing/2014/main" id="{D6F6E65B-C09B-4AE6-A2B4-4172BC4AF367}"/>
                  </a:ext>
                </a:extLst>
              </p:cNvPr>
              <p:cNvSpPr>
                <a:spLocks noChangeArrowheads="1"/>
              </p:cNvSpPr>
              <p:nvPr/>
            </p:nvSpPr>
            <p:spPr bwMode="auto">
              <a:xfrm>
                <a:off x="1752600" y="29400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6" name="Rectangle 15">
                <a:extLst>
                  <a:ext uri="{FF2B5EF4-FFF2-40B4-BE49-F238E27FC236}">
                    <a16:creationId xmlns:a16="http://schemas.microsoft.com/office/drawing/2014/main" id="{3C4A049A-A308-4C67-A4C7-FB13C2C46B52}"/>
                  </a:ext>
                </a:extLst>
              </p:cNvPr>
              <p:cNvSpPr>
                <a:spLocks noChangeArrowheads="1"/>
              </p:cNvSpPr>
              <p:nvPr/>
            </p:nvSpPr>
            <p:spPr bwMode="auto">
              <a:xfrm>
                <a:off x="1752600" y="26352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7" name="Rectangle 16">
                <a:extLst>
                  <a:ext uri="{FF2B5EF4-FFF2-40B4-BE49-F238E27FC236}">
                    <a16:creationId xmlns:a16="http://schemas.microsoft.com/office/drawing/2014/main" id="{FE3E7985-7BB0-462B-92DB-F33456B200CF}"/>
                  </a:ext>
                </a:extLst>
              </p:cNvPr>
              <p:cNvSpPr>
                <a:spLocks noChangeArrowheads="1"/>
              </p:cNvSpPr>
              <p:nvPr/>
            </p:nvSpPr>
            <p:spPr bwMode="auto">
              <a:xfrm>
                <a:off x="1752600" y="23304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8" name="Rectangle 17">
                <a:extLst>
                  <a:ext uri="{FF2B5EF4-FFF2-40B4-BE49-F238E27FC236}">
                    <a16:creationId xmlns:a16="http://schemas.microsoft.com/office/drawing/2014/main" id="{46E7033A-D3C5-4414-8C82-498664A45C65}"/>
                  </a:ext>
                </a:extLst>
              </p:cNvPr>
              <p:cNvSpPr>
                <a:spLocks noChangeArrowheads="1"/>
              </p:cNvSpPr>
              <p:nvPr/>
            </p:nvSpPr>
            <p:spPr bwMode="auto">
              <a:xfrm>
                <a:off x="1752600" y="38544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19" name="Rectangle 18">
                <a:extLst>
                  <a:ext uri="{FF2B5EF4-FFF2-40B4-BE49-F238E27FC236}">
                    <a16:creationId xmlns:a16="http://schemas.microsoft.com/office/drawing/2014/main" id="{D513057D-1F85-454C-8CEE-15FED7704E03}"/>
                  </a:ext>
                </a:extLst>
              </p:cNvPr>
              <p:cNvSpPr>
                <a:spLocks noChangeArrowheads="1"/>
              </p:cNvSpPr>
              <p:nvPr/>
            </p:nvSpPr>
            <p:spPr bwMode="auto">
              <a:xfrm>
                <a:off x="1752600" y="2025650"/>
                <a:ext cx="14478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20" name="Line 17">
                <a:extLst>
                  <a:ext uri="{FF2B5EF4-FFF2-40B4-BE49-F238E27FC236}">
                    <a16:creationId xmlns:a16="http://schemas.microsoft.com/office/drawing/2014/main" id="{AFCC46E2-CB38-41EE-A982-E9EFC90BFA57}"/>
                  </a:ext>
                </a:extLst>
              </p:cNvPr>
              <p:cNvSpPr>
                <a:spLocks noChangeShapeType="1"/>
              </p:cNvSpPr>
              <p:nvPr/>
            </p:nvSpPr>
            <p:spPr bwMode="auto">
              <a:xfrm>
                <a:off x="1447800" y="21780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Line 18">
                <a:extLst>
                  <a:ext uri="{FF2B5EF4-FFF2-40B4-BE49-F238E27FC236}">
                    <a16:creationId xmlns:a16="http://schemas.microsoft.com/office/drawing/2014/main" id="{41BEA892-8B95-498F-9142-A1B0A3AB2687}"/>
                  </a:ext>
                </a:extLst>
              </p:cNvPr>
              <p:cNvSpPr>
                <a:spLocks noChangeShapeType="1"/>
              </p:cNvSpPr>
              <p:nvPr/>
            </p:nvSpPr>
            <p:spPr bwMode="auto">
              <a:xfrm>
                <a:off x="1447800" y="24828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Line 19">
                <a:extLst>
                  <a:ext uri="{FF2B5EF4-FFF2-40B4-BE49-F238E27FC236}">
                    <a16:creationId xmlns:a16="http://schemas.microsoft.com/office/drawing/2014/main" id="{5A12615B-724E-4D05-B48A-B0C378A39AFB}"/>
                  </a:ext>
                </a:extLst>
              </p:cNvPr>
              <p:cNvSpPr>
                <a:spLocks noChangeShapeType="1"/>
              </p:cNvSpPr>
              <p:nvPr/>
            </p:nvSpPr>
            <p:spPr bwMode="auto">
              <a:xfrm>
                <a:off x="1447800" y="27876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Line 20">
                <a:extLst>
                  <a:ext uri="{FF2B5EF4-FFF2-40B4-BE49-F238E27FC236}">
                    <a16:creationId xmlns:a16="http://schemas.microsoft.com/office/drawing/2014/main" id="{FAA9D6AF-775A-4A39-9504-759CA57C9471}"/>
                  </a:ext>
                </a:extLst>
              </p:cNvPr>
              <p:cNvSpPr>
                <a:spLocks noChangeShapeType="1"/>
              </p:cNvSpPr>
              <p:nvPr/>
            </p:nvSpPr>
            <p:spPr bwMode="auto">
              <a:xfrm>
                <a:off x="1447800" y="30924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Line 21">
                <a:extLst>
                  <a:ext uri="{FF2B5EF4-FFF2-40B4-BE49-F238E27FC236}">
                    <a16:creationId xmlns:a16="http://schemas.microsoft.com/office/drawing/2014/main" id="{14FD8EF6-13FA-48B3-B530-ECBEE155F3B2}"/>
                  </a:ext>
                </a:extLst>
              </p:cNvPr>
              <p:cNvSpPr>
                <a:spLocks noChangeShapeType="1"/>
              </p:cNvSpPr>
              <p:nvPr/>
            </p:nvSpPr>
            <p:spPr bwMode="auto">
              <a:xfrm>
                <a:off x="1447800" y="33972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Line 22">
                <a:extLst>
                  <a:ext uri="{FF2B5EF4-FFF2-40B4-BE49-F238E27FC236}">
                    <a16:creationId xmlns:a16="http://schemas.microsoft.com/office/drawing/2014/main" id="{6AF597E2-1BA6-4ED1-85A2-5E63228090B9}"/>
                  </a:ext>
                </a:extLst>
              </p:cNvPr>
              <p:cNvSpPr>
                <a:spLocks noChangeShapeType="1"/>
              </p:cNvSpPr>
              <p:nvPr/>
            </p:nvSpPr>
            <p:spPr bwMode="auto">
              <a:xfrm>
                <a:off x="1447800" y="37020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Line 23">
                <a:extLst>
                  <a:ext uri="{FF2B5EF4-FFF2-40B4-BE49-F238E27FC236}">
                    <a16:creationId xmlns:a16="http://schemas.microsoft.com/office/drawing/2014/main" id="{0609F2B8-A8A1-46BC-8384-048587BAFBD0}"/>
                  </a:ext>
                </a:extLst>
              </p:cNvPr>
              <p:cNvSpPr>
                <a:spLocks noChangeShapeType="1"/>
              </p:cNvSpPr>
              <p:nvPr/>
            </p:nvSpPr>
            <p:spPr bwMode="auto">
              <a:xfrm>
                <a:off x="1447800" y="40068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Line 24">
                <a:extLst>
                  <a:ext uri="{FF2B5EF4-FFF2-40B4-BE49-F238E27FC236}">
                    <a16:creationId xmlns:a16="http://schemas.microsoft.com/office/drawing/2014/main" id="{762C8F38-9422-4C11-80E9-585700A40775}"/>
                  </a:ext>
                </a:extLst>
              </p:cNvPr>
              <p:cNvSpPr>
                <a:spLocks noChangeShapeType="1"/>
              </p:cNvSpPr>
              <p:nvPr/>
            </p:nvSpPr>
            <p:spPr bwMode="auto">
              <a:xfrm>
                <a:off x="5715000" y="636905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Line 25">
                <a:extLst>
                  <a:ext uri="{FF2B5EF4-FFF2-40B4-BE49-F238E27FC236}">
                    <a16:creationId xmlns:a16="http://schemas.microsoft.com/office/drawing/2014/main" id="{4AB66D58-C7E9-4203-801E-FE6D76BE5DC5}"/>
                  </a:ext>
                </a:extLst>
              </p:cNvPr>
              <p:cNvSpPr>
                <a:spLocks noChangeShapeType="1"/>
              </p:cNvSpPr>
              <p:nvPr/>
            </p:nvSpPr>
            <p:spPr bwMode="auto">
              <a:xfrm>
                <a:off x="1447800" y="2178050"/>
                <a:ext cx="0" cy="441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Line 26">
                <a:extLst>
                  <a:ext uri="{FF2B5EF4-FFF2-40B4-BE49-F238E27FC236}">
                    <a16:creationId xmlns:a16="http://schemas.microsoft.com/office/drawing/2014/main" id="{1D7F5387-224E-4283-A3BD-8259253B1EE1}"/>
                  </a:ext>
                </a:extLst>
              </p:cNvPr>
              <p:cNvSpPr>
                <a:spLocks noChangeShapeType="1"/>
              </p:cNvSpPr>
              <p:nvPr/>
            </p:nvSpPr>
            <p:spPr bwMode="auto">
              <a:xfrm>
                <a:off x="1447800" y="6597650"/>
                <a:ext cx="426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Line 27">
                <a:extLst>
                  <a:ext uri="{FF2B5EF4-FFF2-40B4-BE49-F238E27FC236}">
                    <a16:creationId xmlns:a16="http://schemas.microsoft.com/office/drawing/2014/main" id="{113345B5-1DD1-45F2-9D2B-ACEE85A8AFC7}"/>
                  </a:ext>
                </a:extLst>
              </p:cNvPr>
              <p:cNvSpPr>
                <a:spLocks noChangeShapeType="1"/>
              </p:cNvSpPr>
              <p:nvPr/>
            </p:nvSpPr>
            <p:spPr bwMode="auto">
              <a:xfrm>
                <a:off x="4038600" y="44640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Line 28">
                <a:extLst>
                  <a:ext uri="{FF2B5EF4-FFF2-40B4-BE49-F238E27FC236}">
                    <a16:creationId xmlns:a16="http://schemas.microsoft.com/office/drawing/2014/main" id="{DC32D97C-885C-427B-A201-81513FD12B04}"/>
                  </a:ext>
                </a:extLst>
              </p:cNvPr>
              <p:cNvSpPr>
                <a:spLocks noChangeShapeType="1"/>
              </p:cNvSpPr>
              <p:nvPr/>
            </p:nvSpPr>
            <p:spPr bwMode="auto">
              <a:xfrm>
                <a:off x="4038600" y="46164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Line 29">
                <a:extLst>
                  <a:ext uri="{FF2B5EF4-FFF2-40B4-BE49-F238E27FC236}">
                    <a16:creationId xmlns:a16="http://schemas.microsoft.com/office/drawing/2014/main" id="{74EEAE06-D0B3-4AF8-BACB-3B75ED03A651}"/>
                  </a:ext>
                </a:extLst>
              </p:cNvPr>
              <p:cNvSpPr>
                <a:spLocks noChangeShapeType="1"/>
              </p:cNvSpPr>
              <p:nvPr/>
            </p:nvSpPr>
            <p:spPr bwMode="auto">
              <a:xfrm>
                <a:off x="4038600" y="476885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AutoShape 30">
                <a:extLst>
                  <a:ext uri="{FF2B5EF4-FFF2-40B4-BE49-F238E27FC236}">
                    <a16:creationId xmlns:a16="http://schemas.microsoft.com/office/drawing/2014/main" id="{3B4ACB1C-4834-4A82-AA14-0DC5D44F7251}"/>
                  </a:ext>
                </a:extLst>
              </p:cNvPr>
              <p:cNvSpPr>
                <a:spLocks/>
              </p:cNvSpPr>
              <p:nvPr/>
            </p:nvSpPr>
            <p:spPr bwMode="auto">
              <a:xfrm>
                <a:off x="3962400" y="4387850"/>
                <a:ext cx="76200" cy="4572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34" name="Text Box 31">
                <a:extLst>
                  <a:ext uri="{FF2B5EF4-FFF2-40B4-BE49-F238E27FC236}">
                    <a16:creationId xmlns:a16="http://schemas.microsoft.com/office/drawing/2014/main" id="{7040C78C-ABD0-46C8-82B5-0AA7B4560D7F}"/>
                  </a:ext>
                </a:extLst>
              </p:cNvPr>
              <p:cNvSpPr txBox="1">
                <a:spLocks noChangeArrowheads="1"/>
              </p:cNvSpPr>
              <p:nvPr/>
            </p:nvSpPr>
            <p:spPr bwMode="auto">
              <a:xfrm>
                <a:off x="3429000" y="4464050"/>
                <a:ext cx="63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SELA</a:t>
                </a:r>
              </a:p>
            </p:txBody>
          </p:sp>
          <p:sp>
            <p:nvSpPr>
              <p:cNvPr id="35" name="Line 32">
                <a:extLst>
                  <a:ext uri="{FF2B5EF4-FFF2-40B4-BE49-F238E27FC236}">
                    <a16:creationId xmlns:a16="http://schemas.microsoft.com/office/drawing/2014/main" id="{D95EE51F-D813-4553-AD87-1DCAADACA772}"/>
                  </a:ext>
                </a:extLst>
              </p:cNvPr>
              <p:cNvSpPr>
                <a:spLocks noChangeShapeType="1"/>
              </p:cNvSpPr>
              <p:nvPr/>
            </p:nvSpPr>
            <p:spPr bwMode="auto">
              <a:xfrm>
                <a:off x="7315200" y="4387850"/>
                <a:ext cx="3048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Line 33">
                <a:extLst>
                  <a:ext uri="{FF2B5EF4-FFF2-40B4-BE49-F238E27FC236}">
                    <a16:creationId xmlns:a16="http://schemas.microsoft.com/office/drawing/2014/main" id="{C889F76B-EB43-4B08-846B-83E4FC627BD2}"/>
                  </a:ext>
                </a:extLst>
              </p:cNvPr>
              <p:cNvSpPr>
                <a:spLocks noChangeShapeType="1"/>
              </p:cNvSpPr>
              <p:nvPr/>
            </p:nvSpPr>
            <p:spPr bwMode="auto">
              <a:xfrm>
                <a:off x="7315200" y="4540250"/>
                <a:ext cx="3048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Line 34">
                <a:extLst>
                  <a:ext uri="{FF2B5EF4-FFF2-40B4-BE49-F238E27FC236}">
                    <a16:creationId xmlns:a16="http://schemas.microsoft.com/office/drawing/2014/main" id="{2D4F4B46-45BD-4EB1-A1BF-EEECC3244011}"/>
                  </a:ext>
                </a:extLst>
              </p:cNvPr>
              <p:cNvSpPr>
                <a:spLocks noChangeShapeType="1"/>
              </p:cNvSpPr>
              <p:nvPr/>
            </p:nvSpPr>
            <p:spPr bwMode="auto">
              <a:xfrm>
                <a:off x="7315200" y="4692650"/>
                <a:ext cx="3048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AutoShape 35">
                <a:extLst>
                  <a:ext uri="{FF2B5EF4-FFF2-40B4-BE49-F238E27FC236}">
                    <a16:creationId xmlns:a16="http://schemas.microsoft.com/office/drawing/2014/main" id="{6BEA48E6-278D-4B94-8882-F671D0B69B56}"/>
                  </a:ext>
                </a:extLst>
              </p:cNvPr>
              <p:cNvSpPr>
                <a:spLocks/>
              </p:cNvSpPr>
              <p:nvPr/>
            </p:nvSpPr>
            <p:spPr bwMode="auto">
              <a:xfrm rot="10800000">
                <a:off x="7620000" y="4311650"/>
                <a:ext cx="76200" cy="4572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39" name="Text Box 36">
                <a:extLst>
                  <a:ext uri="{FF2B5EF4-FFF2-40B4-BE49-F238E27FC236}">
                    <a16:creationId xmlns:a16="http://schemas.microsoft.com/office/drawing/2014/main" id="{2C80F519-51AB-412D-A26A-109CA48B049B}"/>
                  </a:ext>
                </a:extLst>
              </p:cNvPr>
              <p:cNvSpPr txBox="1">
                <a:spLocks noChangeArrowheads="1"/>
              </p:cNvSpPr>
              <p:nvPr/>
            </p:nvSpPr>
            <p:spPr bwMode="auto">
              <a:xfrm>
                <a:off x="7696200" y="4387850"/>
                <a:ext cx="631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SELB</a:t>
                </a:r>
              </a:p>
            </p:txBody>
          </p:sp>
          <p:sp>
            <p:nvSpPr>
              <p:cNvPr id="40" name="Line 37">
                <a:extLst>
                  <a:ext uri="{FF2B5EF4-FFF2-40B4-BE49-F238E27FC236}">
                    <a16:creationId xmlns:a16="http://schemas.microsoft.com/office/drawing/2014/main" id="{103FEDE0-50C5-410B-B972-7227C010D550}"/>
                  </a:ext>
                </a:extLst>
              </p:cNvPr>
              <p:cNvSpPr>
                <a:spLocks noChangeShapeType="1"/>
              </p:cNvSpPr>
              <p:nvPr/>
            </p:nvSpPr>
            <p:spPr bwMode="auto">
              <a:xfrm>
                <a:off x="5029200" y="484505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Line 38">
                <a:extLst>
                  <a:ext uri="{FF2B5EF4-FFF2-40B4-BE49-F238E27FC236}">
                    <a16:creationId xmlns:a16="http://schemas.microsoft.com/office/drawing/2014/main" id="{EA8CDC2B-7597-4F10-9CB1-B68A487EBAF1}"/>
                  </a:ext>
                </a:extLst>
              </p:cNvPr>
              <p:cNvSpPr>
                <a:spLocks noChangeShapeType="1"/>
              </p:cNvSpPr>
              <p:nvPr/>
            </p:nvSpPr>
            <p:spPr bwMode="auto">
              <a:xfrm>
                <a:off x="6477000" y="484505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2" name="Line 39">
                <a:extLst>
                  <a:ext uri="{FF2B5EF4-FFF2-40B4-BE49-F238E27FC236}">
                    <a16:creationId xmlns:a16="http://schemas.microsoft.com/office/drawing/2014/main" id="{1DE6B325-FBBB-4071-9C63-F049A375B601}"/>
                  </a:ext>
                </a:extLst>
              </p:cNvPr>
              <p:cNvSpPr>
                <a:spLocks noChangeShapeType="1"/>
              </p:cNvSpPr>
              <p:nvPr/>
            </p:nvSpPr>
            <p:spPr bwMode="auto">
              <a:xfrm>
                <a:off x="4114800" y="55308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Line 40">
                <a:extLst>
                  <a:ext uri="{FF2B5EF4-FFF2-40B4-BE49-F238E27FC236}">
                    <a16:creationId xmlns:a16="http://schemas.microsoft.com/office/drawing/2014/main" id="{0CBDBCA4-369C-486D-A3F2-9CC5D080F94C}"/>
                  </a:ext>
                </a:extLst>
              </p:cNvPr>
              <p:cNvSpPr>
                <a:spLocks noChangeShapeType="1"/>
              </p:cNvSpPr>
              <p:nvPr/>
            </p:nvSpPr>
            <p:spPr bwMode="auto">
              <a:xfrm>
                <a:off x="4114800" y="56832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Line 41">
                <a:extLst>
                  <a:ext uri="{FF2B5EF4-FFF2-40B4-BE49-F238E27FC236}">
                    <a16:creationId xmlns:a16="http://schemas.microsoft.com/office/drawing/2014/main" id="{A584FF55-782E-4E75-968F-258AD6A4D242}"/>
                  </a:ext>
                </a:extLst>
              </p:cNvPr>
              <p:cNvSpPr>
                <a:spLocks noChangeShapeType="1"/>
              </p:cNvSpPr>
              <p:nvPr/>
            </p:nvSpPr>
            <p:spPr bwMode="auto">
              <a:xfrm>
                <a:off x="4114800" y="58356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Line 42">
                <a:extLst>
                  <a:ext uri="{FF2B5EF4-FFF2-40B4-BE49-F238E27FC236}">
                    <a16:creationId xmlns:a16="http://schemas.microsoft.com/office/drawing/2014/main" id="{D2194727-C4A0-448D-92FD-4C9D27423BA1}"/>
                  </a:ext>
                </a:extLst>
              </p:cNvPr>
              <p:cNvSpPr>
                <a:spLocks noChangeShapeType="1"/>
              </p:cNvSpPr>
              <p:nvPr/>
            </p:nvSpPr>
            <p:spPr bwMode="auto">
              <a:xfrm>
                <a:off x="4114800" y="59880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Line 43">
                <a:extLst>
                  <a:ext uri="{FF2B5EF4-FFF2-40B4-BE49-F238E27FC236}">
                    <a16:creationId xmlns:a16="http://schemas.microsoft.com/office/drawing/2014/main" id="{E6D716A7-D6B8-4F46-ACBE-74262BAA9444}"/>
                  </a:ext>
                </a:extLst>
              </p:cNvPr>
              <p:cNvSpPr>
                <a:spLocks noChangeShapeType="1"/>
              </p:cNvSpPr>
              <p:nvPr/>
            </p:nvSpPr>
            <p:spPr bwMode="auto">
              <a:xfrm>
                <a:off x="4114800" y="614045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AutoShape 44">
                <a:extLst>
                  <a:ext uri="{FF2B5EF4-FFF2-40B4-BE49-F238E27FC236}">
                    <a16:creationId xmlns:a16="http://schemas.microsoft.com/office/drawing/2014/main" id="{789AD2E7-A06F-4D5F-A868-E111B5F1E2FB}"/>
                  </a:ext>
                </a:extLst>
              </p:cNvPr>
              <p:cNvSpPr>
                <a:spLocks/>
              </p:cNvSpPr>
              <p:nvPr/>
            </p:nvSpPr>
            <p:spPr bwMode="auto">
              <a:xfrm>
                <a:off x="3962400" y="5454650"/>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48" name="Text Box 45">
                <a:extLst>
                  <a:ext uri="{FF2B5EF4-FFF2-40B4-BE49-F238E27FC236}">
                    <a16:creationId xmlns:a16="http://schemas.microsoft.com/office/drawing/2014/main" id="{CFE87707-5C9F-40FD-9E37-E3945F55CECF}"/>
                  </a:ext>
                </a:extLst>
              </p:cNvPr>
              <p:cNvSpPr txBox="1">
                <a:spLocks noChangeArrowheads="1"/>
              </p:cNvSpPr>
              <p:nvPr/>
            </p:nvSpPr>
            <p:spPr bwMode="auto">
              <a:xfrm>
                <a:off x="3505200" y="5683250"/>
                <a:ext cx="566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OPR</a:t>
                </a:r>
              </a:p>
            </p:txBody>
          </p:sp>
          <p:sp>
            <p:nvSpPr>
              <p:cNvPr id="49" name="Text Box 47">
                <a:extLst>
                  <a:ext uri="{FF2B5EF4-FFF2-40B4-BE49-F238E27FC236}">
                    <a16:creationId xmlns:a16="http://schemas.microsoft.com/office/drawing/2014/main" id="{B62F3757-54F6-48DF-BEDA-F59622C6CEA2}"/>
                  </a:ext>
                </a:extLst>
              </p:cNvPr>
              <p:cNvSpPr txBox="1">
                <a:spLocks noChangeArrowheads="1"/>
              </p:cNvSpPr>
              <p:nvPr/>
            </p:nvSpPr>
            <p:spPr bwMode="auto">
              <a:xfrm>
                <a:off x="2133600" y="6140450"/>
                <a:ext cx="650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SELD</a:t>
                </a:r>
              </a:p>
            </p:txBody>
          </p:sp>
          <p:sp>
            <p:nvSpPr>
              <p:cNvPr id="50" name="Line 48">
                <a:extLst>
                  <a:ext uri="{FF2B5EF4-FFF2-40B4-BE49-F238E27FC236}">
                    <a16:creationId xmlns:a16="http://schemas.microsoft.com/office/drawing/2014/main" id="{8AAA1F44-82CE-42C7-822F-D5386C28EDD2}"/>
                  </a:ext>
                </a:extLst>
              </p:cNvPr>
              <p:cNvSpPr>
                <a:spLocks noChangeShapeType="1"/>
              </p:cNvSpPr>
              <p:nvPr/>
            </p:nvSpPr>
            <p:spPr bwMode="auto">
              <a:xfrm flipV="1">
                <a:off x="2286000" y="59118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Line 49">
                <a:extLst>
                  <a:ext uri="{FF2B5EF4-FFF2-40B4-BE49-F238E27FC236}">
                    <a16:creationId xmlns:a16="http://schemas.microsoft.com/office/drawing/2014/main" id="{C876155F-563F-4249-9D32-0A063161DCC1}"/>
                  </a:ext>
                </a:extLst>
              </p:cNvPr>
              <p:cNvSpPr>
                <a:spLocks noChangeShapeType="1"/>
              </p:cNvSpPr>
              <p:nvPr/>
            </p:nvSpPr>
            <p:spPr bwMode="auto">
              <a:xfrm flipV="1">
                <a:off x="2438400" y="59118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Line 50">
                <a:extLst>
                  <a:ext uri="{FF2B5EF4-FFF2-40B4-BE49-F238E27FC236}">
                    <a16:creationId xmlns:a16="http://schemas.microsoft.com/office/drawing/2014/main" id="{2211C5B2-AE1C-4FA0-A948-EF826BA029D4}"/>
                  </a:ext>
                </a:extLst>
              </p:cNvPr>
              <p:cNvSpPr>
                <a:spLocks noChangeShapeType="1"/>
              </p:cNvSpPr>
              <p:nvPr/>
            </p:nvSpPr>
            <p:spPr bwMode="auto">
              <a:xfrm flipV="1">
                <a:off x="2590800" y="59118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AutoShape 51">
                <a:extLst>
                  <a:ext uri="{FF2B5EF4-FFF2-40B4-BE49-F238E27FC236}">
                    <a16:creationId xmlns:a16="http://schemas.microsoft.com/office/drawing/2014/main" id="{D3BC7767-D3CF-4E0B-8E49-87646E3856A0}"/>
                  </a:ext>
                </a:extLst>
              </p:cNvPr>
              <p:cNvSpPr>
                <a:spLocks/>
              </p:cNvSpPr>
              <p:nvPr/>
            </p:nvSpPr>
            <p:spPr bwMode="auto">
              <a:xfrm rot="16200000">
                <a:off x="2400300" y="5949950"/>
                <a:ext cx="76200" cy="457200"/>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54" name="Text Box 52">
                <a:extLst>
                  <a:ext uri="{FF2B5EF4-FFF2-40B4-BE49-F238E27FC236}">
                    <a16:creationId xmlns:a16="http://schemas.microsoft.com/office/drawing/2014/main" id="{D6D89BDA-6094-41AA-9644-8E5B7309D208}"/>
                  </a:ext>
                </a:extLst>
              </p:cNvPr>
              <p:cNvSpPr txBox="1">
                <a:spLocks noChangeArrowheads="1"/>
              </p:cNvSpPr>
              <p:nvPr/>
            </p:nvSpPr>
            <p:spPr bwMode="auto">
              <a:xfrm>
                <a:off x="2057400" y="5226050"/>
                <a:ext cx="9001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algn="ctr" eaLnBrk="1" hangingPunct="1"/>
                <a:r>
                  <a:rPr lang="zh-TW" altLang="en-US" sz="1600"/>
                  <a:t>3</a:t>
                </a:r>
                <a:r>
                  <a:rPr lang="en-US" altLang="zh-TW" sz="1600"/>
                  <a:t>X8</a:t>
                </a:r>
              </a:p>
              <a:p>
                <a:pPr algn="ctr" eaLnBrk="1" hangingPunct="1"/>
                <a:r>
                  <a:rPr lang="en-US" altLang="zh-TW" sz="1600"/>
                  <a:t>decoder</a:t>
                </a:r>
              </a:p>
            </p:txBody>
          </p:sp>
          <p:sp>
            <p:nvSpPr>
              <p:cNvPr id="55" name="Text Box 53">
                <a:extLst>
                  <a:ext uri="{FF2B5EF4-FFF2-40B4-BE49-F238E27FC236}">
                    <a16:creationId xmlns:a16="http://schemas.microsoft.com/office/drawing/2014/main" id="{13CFABD6-4BE1-46B2-B1DB-C11666384605}"/>
                  </a:ext>
                </a:extLst>
              </p:cNvPr>
              <p:cNvSpPr txBox="1">
                <a:spLocks noChangeArrowheads="1"/>
              </p:cNvSpPr>
              <p:nvPr/>
            </p:nvSpPr>
            <p:spPr bwMode="auto">
              <a:xfrm>
                <a:off x="4724400" y="4387850"/>
                <a:ext cx="5921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dirty="0"/>
                  <a:t>MUX</a:t>
                </a:r>
              </a:p>
            </p:txBody>
          </p:sp>
          <p:sp>
            <p:nvSpPr>
              <p:cNvPr id="56" name="Text Box 54">
                <a:extLst>
                  <a:ext uri="{FF2B5EF4-FFF2-40B4-BE49-F238E27FC236}">
                    <a16:creationId xmlns:a16="http://schemas.microsoft.com/office/drawing/2014/main" id="{E3ABCC3E-4E58-4029-8F1A-823766B0E22B}"/>
                  </a:ext>
                </a:extLst>
              </p:cNvPr>
              <p:cNvSpPr txBox="1">
                <a:spLocks noChangeArrowheads="1"/>
              </p:cNvSpPr>
              <p:nvPr/>
            </p:nvSpPr>
            <p:spPr bwMode="auto">
              <a:xfrm>
                <a:off x="6324600" y="4387850"/>
                <a:ext cx="5921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MUX</a:t>
                </a:r>
              </a:p>
            </p:txBody>
          </p:sp>
          <p:sp>
            <p:nvSpPr>
              <p:cNvPr id="57" name="Text Box 55">
                <a:extLst>
                  <a:ext uri="{FF2B5EF4-FFF2-40B4-BE49-F238E27FC236}">
                    <a16:creationId xmlns:a16="http://schemas.microsoft.com/office/drawing/2014/main" id="{293F509F-8A9A-4423-BA23-83026C369B1F}"/>
                  </a:ext>
                </a:extLst>
              </p:cNvPr>
              <p:cNvSpPr txBox="1">
                <a:spLocks noChangeArrowheads="1"/>
              </p:cNvSpPr>
              <p:nvPr/>
            </p:nvSpPr>
            <p:spPr bwMode="auto">
              <a:xfrm>
                <a:off x="4953000" y="4845050"/>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i="1"/>
                  <a:t>A</a:t>
                </a:r>
                <a:r>
                  <a:rPr lang="en-US" altLang="zh-TW" sz="1600"/>
                  <a:t> bus</a:t>
                </a:r>
              </a:p>
            </p:txBody>
          </p:sp>
          <p:sp>
            <p:nvSpPr>
              <p:cNvPr id="58" name="Text Box 56">
                <a:extLst>
                  <a:ext uri="{FF2B5EF4-FFF2-40B4-BE49-F238E27FC236}">
                    <a16:creationId xmlns:a16="http://schemas.microsoft.com/office/drawing/2014/main" id="{4C3593D0-1724-4BDC-A2DE-EF5E39BD3650}"/>
                  </a:ext>
                </a:extLst>
              </p:cNvPr>
              <p:cNvSpPr txBox="1">
                <a:spLocks noChangeArrowheads="1"/>
              </p:cNvSpPr>
              <p:nvPr/>
            </p:nvSpPr>
            <p:spPr bwMode="auto">
              <a:xfrm>
                <a:off x="6400800" y="4845050"/>
                <a:ext cx="6826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i="1"/>
                  <a:t>B</a:t>
                </a:r>
                <a:r>
                  <a:rPr lang="en-US" altLang="zh-TW" sz="1600"/>
                  <a:t> bus</a:t>
                </a:r>
              </a:p>
            </p:txBody>
          </p:sp>
          <p:sp>
            <p:nvSpPr>
              <p:cNvPr id="59" name="Line 57">
                <a:extLst>
                  <a:ext uri="{FF2B5EF4-FFF2-40B4-BE49-F238E27FC236}">
                    <a16:creationId xmlns:a16="http://schemas.microsoft.com/office/drawing/2014/main" id="{BFD1624B-0F17-47A9-868A-4A4EE27F3229}"/>
                  </a:ext>
                </a:extLst>
              </p:cNvPr>
              <p:cNvSpPr>
                <a:spLocks noChangeShapeType="1"/>
              </p:cNvSpPr>
              <p:nvPr/>
            </p:nvSpPr>
            <p:spPr bwMode="auto">
              <a:xfrm>
                <a:off x="3200400" y="400685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Line 58">
                <a:extLst>
                  <a:ext uri="{FF2B5EF4-FFF2-40B4-BE49-F238E27FC236}">
                    <a16:creationId xmlns:a16="http://schemas.microsoft.com/office/drawing/2014/main" id="{D36DCC56-2E92-40F6-80A8-C07E87BAC559}"/>
                  </a:ext>
                </a:extLst>
              </p:cNvPr>
              <p:cNvSpPr>
                <a:spLocks noChangeShapeType="1"/>
              </p:cNvSpPr>
              <p:nvPr/>
            </p:nvSpPr>
            <p:spPr bwMode="auto">
              <a:xfrm>
                <a:off x="3200400" y="3702050"/>
                <a:ext cx="297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Line 59">
                <a:extLst>
                  <a:ext uri="{FF2B5EF4-FFF2-40B4-BE49-F238E27FC236}">
                    <a16:creationId xmlns:a16="http://schemas.microsoft.com/office/drawing/2014/main" id="{311FC647-05BA-4BF4-8560-3BCBACEE6D28}"/>
                  </a:ext>
                </a:extLst>
              </p:cNvPr>
              <p:cNvSpPr>
                <a:spLocks noChangeShapeType="1"/>
              </p:cNvSpPr>
              <p:nvPr/>
            </p:nvSpPr>
            <p:spPr bwMode="auto">
              <a:xfrm>
                <a:off x="3200400" y="339725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Line 60">
                <a:extLst>
                  <a:ext uri="{FF2B5EF4-FFF2-40B4-BE49-F238E27FC236}">
                    <a16:creationId xmlns:a16="http://schemas.microsoft.com/office/drawing/2014/main" id="{17DF8DAA-F06C-472E-97B3-25F0DA57F510}"/>
                  </a:ext>
                </a:extLst>
              </p:cNvPr>
              <p:cNvSpPr>
                <a:spLocks noChangeShapeType="1"/>
              </p:cNvSpPr>
              <p:nvPr/>
            </p:nvSpPr>
            <p:spPr bwMode="auto">
              <a:xfrm>
                <a:off x="3200400" y="3092450"/>
                <a:ext cx="327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Line 61">
                <a:extLst>
                  <a:ext uri="{FF2B5EF4-FFF2-40B4-BE49-F238E27FC236}">
                    <a16:creationId xmlns:a16="http://schemas.microsoft.com/office/drawing/2014/main" id="{B7DD8C69-425A-4E36-8F64-FBC3414DA5E5}"/>
                  </a:ext>
                </a:extLst>
              </p:cNvPr>
              <p:cNvSpPr>
                <a:spLocks noChangeShapeType="1"/>
              </p:cNvSpPr>
              <p:nvPr/>
            </p:nvSpPr>
            <p:spPr bwMode="auto">
              <a:xfrm>
                <a:off x="3200400" y="2787650"/>
                <a:ext cx="3429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4" name="Line 62">
                <a:extLst>
                  <a:ext uri="{FF2B5EF4-FFF2-40B4-BE49-F238E27FC236}">
                    <a16:creationId xmlns:a16="http://schemas.microsoft.com/office/drawing/2014/main" id="{D5FBC091-736F-4FB6-8114-682BCFC2F11A}"/>
                  </a:ext>
                </a:extLst>
              </p:cNvPr>
              <p:cNvSpPr>
                <a:spLocks noChangeShapeType="1"/>
              </p:cNvSpPr>
              <p:nvPr/>
            </p:nvSpPr>
            <p:spPr bwMode="auto">
              <a:xfrm>
                <a:off x="3200400" y="2482850"/>
                <a:ext cx="358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Line 63">
                <a:extLst>
                  <a:ext uri="{FF2B5EF4-FFF2-40B4-BE49-F238E27FC236}">
                    <a16:creationId xmlns:a16="http://schemas.microsoft.com/office/drawing/2014/main" id="{5195D586-6D1D-4D86-BD26-DCA18B7AD0F9}"/>
                  </a:ext>
                </a:extLst>
              </p:cNvPr>
              <p:cNvSpPr>
                <a:spLocks noChangeShapeType="1"/>
              </p:cNvSpPr>
              <p:nvPr/>
            </p:nvSpPr>
            <p:spPr bwMode="auto">
              <a:xfrm>
                <a:off x="3200400" y="2178050"/>
                <a:ext cx="3733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6" name="Line 64">
                <a:extLst>
                  <a:ext uri="{FF2B5EF4-FFF2-40B4-BE49-F238E27FC236}">
                    <a16:creationId xmlns:a16="http://schemas.microsoft.com/office/drawing/2014/main" id="{6AF8FBC2-787F-47D4-81C2-0177E4A25FA1}"/>
                  </a:ext>
                </a:extLst>
              </p:cNvPr>
              <p:cNvSpPr>
                <a:spLocks noChangeShapeType="1"/>
              </p:cNvSpPr>
              <p:nvPr/>
            </p:nvSpPr>
            <p:spPr bwMode="auto">
              <a:xfrm>
                <a:off x="6934200" y="2178050"/>
                <a:ext cx="0" cy="2133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7" name="Line 65">
                <a:extLst>
                  <a:ext uri="{FF2B5EF4-FFF2-40B4-BE49-F238E27FC236}">
                    <a16:creationId xmlns:a16="http://schemas.microsoft.com/office/drawing/2014/main" id="{AD0A759A-882E-4E9F-9430-2B62BA4D954A}"/>
                  </a:ext>
                </a:extLst>
              </p:cNvPr>
              <p:cNvSpPr>
                <a:spLocks noChangeShapeType="1"/>
              </p:cNvSpPr>
              <p:nvPr/>
            </p:nvSpPr>
            <p:spPr bwMode="auto">
              <a:xfrm>
                <a:off x="6781800" y="248285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8" name="Line 66">
                <a:extLst>
                  <a:ext uri="{FF2B5EF4-FFF2-40B4-BE49-F238E27FC236}">
                    <a16:creationId xmlns:a16="http://schemas.microsoft.com/office/drawing/2014/main" id="{49B988A7-8B06-40FC-829F-195EC1AA2BB4}"/>
                  </a:ext>
                </a:extLst>
              </p:cNvPr>
              <p:cNvSpPr>
                <a:spLocks noChangeShapeType="1"/>
              </p:cNvSpPr>
              <p:nvPr/>
            </p:nvSpPr>
            <p:spPr bwMode="auto">
              <a:xfrm>
                <a:off x="6629400" y="2787650"/>
                <a:ext cx="0" cy="1524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9" name="Line 67">
                <a:extLst>
                  <a:ext uri="{FF2B5EF4-FFF2-40B4-BE49-F238E27FC236}">
                    <a16:creationId xmlns:a16="http://schemas.microsoft.com/office/drawing/2014/main" id="{7739B5BB-EC91-49A9-BEC9-48D7A9880D6C}"/>
                  </a:ext>
                </a:extLst>
              </p:cNvPr>
              <p:cNvSpPr>
                <a:spLocks noChangeShapeType="1"/>
              </p:cNvSpPr>
              <p:nvPr/>
            </p:nvSpPr>
            <p:spPr bwMode="auto">
              <a:xfrm>
                <a:off x="6477000" y="3092450"/>
                <a:ext cx="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Line 68">
                <a:extLst>
                  <a:ext uri="{FF2B5EF4-FFF2-40B4-BE49-F238E27FC236}">
                    <a16:creationId xmlns:a16="http://schemas.microsoft.com/office/drawing/2014/main" id="{7D2CD2C9-9389-4D4E-B853-5290BEC078B6}"/>
                  </a:ext>
                </a:extLst>
              </p:cNvPr>
              <p:cNvSpPr>
                <a:spLocks noChangeShapeType="1"/>
              </p:cNvSpPr>
              <p:nvPr/>
            </p:nvSpPr>
            <p:spPr bwMode="auto">
              <a:xfrm>
                <a:off x="6019800" y="40068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Line 69">
                <a:extLst>
                  <a:ext uri="{FF2B5EF4-FFF2-40B4-BE49-F238E27FC236}">
                    <a16:creationId xmlns:a16="http://schemas.microsoft.com/office/drawing/2014/main" id="{27AF1C56-23EA-4AB4-A222-2EDEE6B7A4F9}"/>
                  </a:ext>
                </a:extLst>
              </p:cNvPr>
              <p:cNvSpPr>
                <a:spLocks noChangeShapeType="1"/>
              </p:cNvSpPr>
              <p:nvPr/>
            </p:nvSpPr>
            <p:spPr bwMode="auto">
              <a:xfrm>
                <a:off x="6172200" y="370205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Line 70">
                <a:extLst>
                  <a:ext uri="{FF2B5EF4-FFF2-40B4-BE49-F238E27FC236}">
                    <a16:creationId xmlns:a16="http://schemas.microsoft.com/office/drawing/2014/main" id="{12DEA9F9-DD7A-430A-84C5-BB6694A3A190}"/>
                  </a:ext>
                </a:extLst>
              </p:cNvPr>
              <p:cNvSpPr>
                <a:spLocks noChangeShapeType="1"/>
              </p:cNvSpPr>
              <p:nvPr/>
            </p:nvSpPr>
            <p:spPr bwMode="auto">
              <a:xfrm>
                <a:off x="6324600" y="339725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Line 71">
                <a:extLst>
                  <a:ext uri="{FF2B5EF4-FFF2-40B4-BE49-F238E27FC236}">
                    <a16:creationId xmlns:a16="http://schemas.microsoft.com/office/drawing/2014/main" id="{BDCCA852-68FF-4315-A555-B613E38D8A3B}"/>
                  </a:ext>
                </a:extLst>
              </p:cNvPr>
              <p:cNvSpPr>
                <a:spLocks noChangeShapeType="1"/>
              </p:cNvSpPr>
              <p:nvPr/>
            </p:nvSpPr>
            <p:spPr bwMode="auto">
              <a:xfrm>
                <a:off x="7162800" y="1797050"/>
                <a:ext cx="0" cy="2514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Line 72">
                <a:extLst>
                  <a:ext uri="{FF2B5EF4-FFF2-40B4-BE49-F238E27FC236}">
                    <a16:creationId xmlns:a16="http://schemas.microsoft.com/office/drawing/2014/main" id="{90A16EB3-2C65-4308-85A6-02928CD3F275}"/>
                  </a:ext>
                </a:extLst>
              </p:cNvPr>
              <p:cNvSpPr>
                <a:spLocks noChangeShapeType="1"/>
              </p:cNvSpPr>
              <p:nvPr/>
            </p:nvSpPr>
            <p:spPr bwMode="auto">
              <a:xfrm flipH="1">
                <a:off x="5562600" y="202565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Line 73">
                <a:extLst>
                  <a:ext uri="{FF2B5EF4-FFF2-40B4-BE49-F238E27FC236}">
                    <a16:creationId xmlns:a16="http://schemas.microsoft.com/office/drawing/2014/main" id="{65FB6D40-7F03-4A58-B36A-3E17EF4AAA7D}"/>
                  </a:ext>
                </a:extLst>
              </p:cNvPr>
              <p:cNvSpPr>
                <a:spLocks noChangeShapeType="1"/>
              </p:cNvSpPr>
              <p:nvPr/>
            </p:nvSpPr>
            <p:spPr bwMode="auto">
              <a:xfrm>
                <a:off x="5562600" y="2025650"/>
                <a:ext cx="0" cy="2286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Line 74">
                <a:extLst>
                  <a:ext uri="{FF2B5EF4-FFF2-40B4-BE49-F238E27FC236}">
                    <a16:creationId xmlns:a16="http://schemas.microsoft.com/office/drawing/2014/main" id="{AF37BBBE-8508-4546-9475-10FF9FDDCB8B}"/>
                  </a:ext>
                </a:extLst>
              </p:cNvPr>
              <p:cNvSpPr>
                <a:spLocks noChangeShapeType="1"/>
              </p:cNvSpPr>
              <p:nvPr/>
            </p:nvSpPr>
            <p:spPr bwMode="auto">
              <a:xfrm>
                <a:off x="5334000" y="2178050"/>
                <a:ext cx="0" cy="2133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Line 75">
                <a:extLst>
                  <a:ext uri="{FF2B5EF4-FFF2-40B4-BE49-F238E27FC236}">
                    <a16:creationId xmlns:a16="http://schemas.microsoft.com/office/drawing/2014/main" id="{988C1451-9561-4680-B264-4A8751B5741B}"/>
                  </a:ext>
                </a:extLst>
              </p:cNvPr>
              <p:cNvSpPr>
                <a:spLocks noChangeShapeType="1"/>
              </p:cNvSpPr>
              <p:nvPr/>
            </p:nvSpPr>
            <p:spPr bwMode="auto">
              <a:xfrm>
                <a:off x="5181600" y="248285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8" name="Line 76">
                <a:extLst>
                  <a:ext uri="{FF2B5EF4-FFF2-40B4-BE49-F238E27FC236}">
                    <a16:creationId xmlns:a16="http://schemas.microsoft.com/office/drawing/2014/main" id="{73510B95-5CCF-4E39-9660-DB9A32868FD3}"/>
                  </a:ext>
                </a:extLst>
              </p:cNvPr>
              <p:cNvSpPr>
                <a:spLocks noChangeShapeType="1"/>
              </p:cNvSpPr>
              <p:nvPr/>
            </p:nvSpPr>
            <p:spPr bwMode="auto">
              <a:xfrm>
                <a:off x="5029200" y="2787650"/>
                <a:ext cx="0" cy="1524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9" name="Line 77">
                <a:extLst>
                  <a:ext uri="{FF2B5EF4-FFF2-40B4-BE49-F238E27FC236}">
                    <a16:creationId xmlns:a16="http://schemas.microsoft.com/office/drawing/2014/main" id="{6C58079D-FEDD-4116-9177-B8C8235F6A49}"/>
                  </a:ext>
                </a:extLst>
              </p:cNvPr>
              <p:cNvSpPr>
                <a:spLocks noChangeShapeType="1"/>
              </p:cNvSpPr>
              <p:nvPr/>
            </p:nvSpPr>
            <p:spPr bwMode="auto">
              <a:xfrm>
                <a:off x="4876800" y="3092450"/>
                <a:ext cx="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0" name="Line 78">
                <a:extLst>
                  <a:ext uri="{FF2B5EF4-FFF2-40B4-BE49-F238E27FC236}">
                    <a16:creationId xmlns:a16="http://schemas.microsoft.com/office/drawing/2014/main" id="{5E3960CF-8EDE-4FB1-8347-82162B3BE297}"/>
                  </a:ext>
                </a:extLst>
              </p:cNvPr>
              <p:cNvSpPr>
                <a:spLocks noChangeShapeType="1"/>
              </p:cNvSpPr>
              <p:nvPr/>
            </p:nvSpPr>
            <p:spPr bwMode="auto">
              <a:xfrm>
                <a:off x="4724400" y="339725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1" name="Line 79">
                <a:extLst>
                  <a:ext uri="{FF2B5EF4-FFF2-40B4-BE49-F238E27FC236}">
                    <a16:creationId xmlns:a16="http://schemas.microsoft.com/office/drawing/2014/main" id="{CDBCE607-9EE1-42E2-82D6-125C18024CB5}"/>
                  </a:ext>
                </a:extLst>
              </p:cNvPr>
              <p:cNvSpPr>
                <a:spLocks noChangeShapeType="1"/>
              </p:cNvSpPr>
              <p:nvPr/>
            </p:nvSpPr>
            <p:spPr bwMode="auto">
              <a:xfrm>
                <a:off x="4572000" y="370205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2" name="Line 80">
                <a:extLst>
                  <a:ext uri="{FF2B5EF4-FFF2-40B4-BE49-F238E27FC236}">
                    <a16:creationId xmlns:a16="http://schemas.microsoft.com/office/drawing/2014/main" id="{EBDDB5D4-FFB7-42C1-9D0E-DE3BE50353A5}"/>
                  </a:ext>
                </a:extLst>
              </p:cNvPr>
              <p:cNvSpPr>
                <a:spLocks noChangeShapeType="1"/>
              </p:cNvSpPr>
              <p:nvPr/>
            </p:nvSpPr>
            <p:spPr bwMode="auto">
              <a:xfrm>
                <a:off x="4419600" y="400685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3" name="Text Box 81">
                <a:extLst>
                  <a:ext uri="{FF2B5EF4-FFF2-40B4-BE49-F238E27FC236}">
                    <a16:creationId xmlns:a16="http://schemas.microsoft.com/office/drawing/2014/main" id="{01176E76-D67E-4FD4-808D-D95DD50D7B62}"/>
                  </a:ext>
                </a:extLst>
              </p:cNvPr>
              <p:cNvSpPr txBox="1">
                <a:spLocks noChangeArrowheads="1"/>
              </p:cNvSpPr>
              <p:nvPr/>
            </p:nvSpPr>
            <p:spPr bwMode="auto">
              <a:xfrm>
                <a:off x="2286000" y="38544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R7</a:t>
                </a:r>
              </a:p>
            </p:txBody>
          </p:sp>
          <p:sp>
            <p:nvSpPr>
              <p:cNvPr id="84" name="Text Box 82">
                <a:extLst>
                  <a:ext uri="{FF2B5EF4-FFF2-40B4-BE49-F238E27FC236}">
                    <a16:creationId xmlns:a16="http://schemas.microsoft.com/office/drawing/2014/main" id="{B184AF2F-0324-43E1-93A4-D402FDC05AB1}"/>
                  </a:ext>
                </a:extLst>
              </p:cNvPr>
              <p:cNvSpPr txBox="1">
                <a:spLocks noChangeArrowheads="1"/>
              </p:cNvSpPr>
              <p:nvPr/>
            </p:nvSpPr>
            <p:spPr bwMode="auto">
              <a:xfrm>
                <a:off x="2286000" y="35496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R6</a:t>
                </a:r>
              </a:p>
            </p:txBody>
          </p:sp>
          <p:sp>
            <p:nvSpPr>
              <p:cNvPr id="85" name="Text Box 83">
                <a:extLst>
                  <a:ext uri="{FF2B5EF4-FFF2-40B4-BE49-F238E27FC236}">
                    <a16:creationId xmlns:a16="http://schemas.microsoft.com/office/drawing/2014/main" id="{EBAE37A6-607D-4BB0-A2AD-D4E8AB408977}"/>
                  </a:ext>
                </a:extLst>
              </p:cNvPr>
              <p:cNvSpPr txBox="1">
                <a:spLocks noChangeArrowheads="1"/>
              </p:cNvSpPr>
              <p:nvPr/>
            </p:nvSpPr>
            <p:spPr bwMode="auto">
              <a:xfrm>
                <a:off x="2286000" y="32448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R5</a:t>
                </a:r>
              </a:p>
            </p:txBody>
          </p:sp>
          <p:sp>
            <p:nvSpPr>
              <p:cNvPr id="86" name="Text Box 84">
                <a:extLst>
                  <a:ext uri="{FF2B5EF4-FFF2-40B4-BE49-F238E27FC236}">
                    <a16:creationId xmlns:a16="http://schemas.microsoft.com/office/drawing/2014/main" id="{D8DE58F4-891B-4540-A49A-8DADCA4FEF48}"/>
                  </a:ext>
                </a:extLst>
              </p:cNvPr>
              <p:cNvSpPr txBox="1">
                <a:spLocks noChangeArrowheads="1"/>
              </p:cNvSpPr>
              <p:nvPr/>
            </p:nvSpPr>
            <p:spPr bwMode="auto">
              <a:xfrm>
                <a:off x="2286000" y="29400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R4</a:t>
                </a:r>
              </a:p>
            </p:txBody>
          </p:sp>
          <p:sp>
            <p:nvSpPr>
              <p:cNvPr id="87" name="Text Box 85">
                <a:extLst>
                  <a:ext uri="{FF2B5EF4-FFF2-40B4-BE49-F238E27FC236}">
                    <a16:creationId xmlns:a16="http://schemas.microsoft.com/office/drawing/2014/main" id="{EFFFA2F0-3B21-4B7D-886A-286034F13B2A}"/>
                  </a:ext>
                </a:extLst>
              </p:cNvPr>
              <p:cNvSpPr txBox="1">
                <a:spLocks noChangeArrowheads="1"/>
              </p:cNvSpPr>
              <p:nvPr/>
            </p:nvSpPr>
            <p:spPr bwMode="auto">
              <a:xfrm>
                <a:off x="2286000" y="26352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R3</a:t>
                </a:r>
              </a:p>
            </p:txBody>
          </p:sp>
          <p:sp>
            <p:nvSpPr>
              <p:cNvPr id="88" name="Text Box 86">
                <a:extLst>
                  <a:ext uri="{FF2B5EF4-FFF2-40B4-BE49-F238E27FC236}">
                    <a16:creationId xmlns:a16="http://schemas.microsoft.com/office/drawing/2014/main" id="{0BD18891-BEF2-422E-99D2-10E9E2825BB4}"/>
                  </a:ext>
                </a:extLst>
              </p:cNvPr>
              <p:cNvSpPr txBox="1">
                <a:spLocks noChangeArrowheads="1"/>
              </p:cNvSpPr>
              <p:nvPr/>
            </p:nvSpPr>
            <p:spPr bwMode="auto">
              <a:xfrm>
                <a:off x="2286000" y="23304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R2</a:t>
                </a:r>
              </a:p>
            </p:txBody>
          </p:sp>
          <p:sp>
            <p:nvSpPr>
              <p:cNvPr id="89" name="Text Box 87">
                <a:extLst>
                  <a:ext uri="{FF2B5EF4-FFF2-40B4-BE49-F238E27FC236}">
                    <a16:creationId xmlns:a16="http://schemas.microsoft.com/office/drawing/2014/main" id="{3D7219F6-029E-4842-B55A-5DC95A22CCC5}"/>
                  </a:ext>
                </a:extLst>
              </p:cNvPr>
              <p:cNvSpPr txBox="1">
                <a:spLocks noChangeArrowheads="1"/>
              </p:cNvSpPr>
              <p:nvPr/>
            </p:nvSpPr>
            <p:spPr bwMode="auto">
              <a:xfrm>
                <a:off x="2286000" y="2025650"/>
                <a:ext cx="420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R1</a:t>
                </a:r>
              </a:p>
            </p:txBody>
          </p:sp>
          <p:sp>
            <p:nvSpPr>
              <p:cNvPr id="90" name="Text Box 88">
                <a:extLst>
                  <a:ext uri="{FF2B5EF4-FFF2-40B4-BE49-F238E27FC236}">
                    <a16:creationId xmlns:a16="http://schemas.microsoft.com/office/drawing/2014/main" id="{C5DAF2A5-5F47-4515-8C7C-BEFD809EB8B7}"/>
                  </a:ext>
                </a:extLst>
              </p:cNvPr>
              <p:cNvSpPr txBox="1">
                <a:spLocks noChangeArrowheads="1"/>
              </p:cNvSpPr>
              <p:nvPr/>
            </p:nvSpPr>
            <p:spPr bwMode="auto">
              <a:xfrm>
                <a:off x="1600200" y="4387850"/>
                <a:ext cx="9159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algn="ctr" eaLnBrk="1" hangingPunct="1"/>
                <a:r>
                  <a:rPr lang="en-US" altLang="zh-TW" sz="1600"/>
                  <a:t>Load</a:t>
                </a:r>
              </a:p>
              <a:p>
                <a:pPr algn="ctr" eaLnBrk="1" hangingPunct="1"/>
                <a:r>
                  <a:rPr lang="en-US" altLang="zh-TW" sz="1600"/>
                  <a:t>(7 lines)</a:t>
                </a:r>
              </a:p>
            </p:txBody>
          </p:sp>
          <p:sp>
            <p:nvSpPr>
              <p:cNvPr id="91" name="Line 89">
                <a:extLst>
                  <a:ext uri="{FF2B5EF4-FFF2-40B4-BE49-F238E27FC236}">
                    <a16:creationId xmlns:a16="http://schemas.microsoft.com/office/drawing/2014/main" id="{1DCA6A7E-7F24-4479-B0FB-D62FEBADC9B4}"/>
                  </a:ext>
                </a:extLst>
              </p:cNvPr>
              <p:cNvSpPr>
                <a:spLocks noChangeShapeType="1"/>
              </p:cNvSpPr>
              <p:nvPr/>
            </p:nvSpPr>
            <p:spPr bwMode="auto">
              <a:xfrm flipV="1">
                <a:off x="2438400" y="415925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Line 90">
                <a:extLst>
                  <a:ext uri="{FF2B5EF4-FFF2-40B4-BE49-F238E27FC236}">
                    <a16:creationId xmlns:a16="http://schemas.microsoft.com/office/drawing/2014/main" id="{193D1C6C-E289-4D03-8AC4-8C07D6A4D657}"/>
                  </a:ext>
                </a:extLst>
              </p:cNvPr>
              <p:cNvSpPr>
                <a:spLocks noChangeShapeType="1"/>
              </p:cNvSpPr>
              <p:nvPr/>
            </p:nvSpPr>
            <p:spPr bwMode="auto">
              <a:xfrm>
                <a:off x="2971800" y="1797050"/>
                <a:ext cx="0" cy="2286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Text Box 91">
                <a:extLst>
                  <a:ext uri="{FF2B5EF4-FFF2-40B4-BE49-F238E27FC236}">
                    <a16:creationId xmlns:a16="http://schemas.microsoft.com/office/drawing/2014/main" id="{8DE9038C-3F77-4D21-ACDE-4F40FE9FEB5A}"/>
                  </a:ext>
                </a:extLst>
              </p:cNvPr>
              <p:cNvSpPr txBox="1">
                <a:spLocks noChangeArrowheads="1"/>
              </p:cNvSpPr>
              <p:nvPr/>
            </p:nvSpPr>
            <p:spPr bwMode="auto">
              <a:xfrm>
                <a:off x="2971800" y="1752600"/>
                <a:ext cx="600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400"/>
                  <a:t>Clock</a:t>
                </a:r>
              </a:p>
            </p:txBody>
          </p:sp>
          <p:sp>
            <p:nvSpPr>
              <p:cNvPr id="94" name="Text Box 92">
                <a:extLst>
                  <a:ext uri="{FF2B5EF4-FFF2-40B4-BE49-F238E27FC236}">
                    <a16:creationId xmlns:a16="http://schemas.microsoft.com/office/drawing/2014/main" id="{A4B5190B-8BCA-49BB-9A7C-C42AEFE81313}"/>
                  </a:ext>
                </a:extLst>
              </p:cNvPr>
              <p:cNvSpPr txBox="1">
                <a:spLocks noChangeArrowheads="1"/>
              </p:cNvSpPr>
              <p:nvPr/>
            </p:nvSpPr>
            <p:spPr bwMode="auto">
              <a:xfrm>
                <a:off x="7162800" y="1752600"/>
                <a:ext cx="666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Input</a:t>
                </a:r>
              </a:p>
            </p:txBody>
          </p:sp>
        </p:grpSp>
      </p:grpSp>
      <p:grpSp>
        <p:nvGrpSpPr>
          <p:cNvPr id="215" name="Group 214">
            <a:extLst>
              <a:ext uri="{FF2B5EF4-FFF2-40B4-BE49-F238E27FC236}">
                <a16:creationId xmlns:a16="http://schemas.microsoft.com/office/drawing/2014/main" id="{58E923C1-6203-F6A6-C007-F83E186E9036}"/>
              </a:ext>
            </a:extLst>
          </p:cNvPr>
          <p:cNvGrpSpPr/>
          <p:nvPr/>
        </p:nvGrpSpPr>
        <p:grpSpPr>
          <a:xfrm>
            <a:off x="418330" y="6079641"/>
            <a:ext cx="4343400" cy="653476"/>
            <a:chOff x="2133600" y="3352800"/>
            <a:chExt cx="4343400" cy="838200"/>
          </a:xfrm>
        </p:grpSpPr>
        <p:sp>
          <p:nvSpPr>
            <p:cNvPr id="216" name="Rectangle 215">
              <a:extLst>
                <a:ext uri="{FF2B5EF4-FFF2-40B4-BE49-F238E27FC236}">
                  <a16:creationId xmlns:a16="http://schemas.microsoft.com/office/drawing/2014/main" id="{97B86871-99B5-4B03-9BC6-A292A8620C5B}"/>
                </a:ext>
              </a:extLst>
            </p:cNvPr>
            <p:cNvSpPr>
              <a:spLocks noChangeArrowheads="1"/>
            </p:cNvSpPr>
            <p:nvPr/>
          </p:nvSpPr>
          <p:spPr bwMode="auto">
            <a:xfrm>
              <a:off x="2133600" y="3733800"/>
              <a:ext cx="9906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217" name="Rectangle 216">
              <a:extLst>
                <a:ext uri="{FF2B5EF4-FFF2-40B4-BE49-F238E27FC236}">
                  <a16:creationId xmlns:a16="http://schemas.microsoft.com/office/drawing/2014/main" id="{BF916CD3-92F9-410F-B1F7-916B6B85C38A}"/>
                </a:ext>
              </a:extLst>
            </p:cNvPr>
            <p:cNvSpPr>
              <a:spLocks noChangeArrowheads="1"/>
            </p:cNvSpPr>
            <p:nvPr/>
          </p:nvSpPr>
          <p:spPr bwMode="auto">
            <a:xfrm>
              <a:off x="3124200" y="3733800"/>
              <a:ext cx="9906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218" name="Rectangle 217">
              <a:extLst>
                <a:ext uri="{FF2B5EF4-FFF2-40B4-BE49-F238E27FC236}">
                  <a16:creationId xmlns:a16="http://schemas.microsoft.com/office/drawing/2014/main" id="{27929F64-F298-4E4D-A062-9F7865F44595}"/>
                </a:ext>
              </a:extLst>
            </p:cNvPr>
            <p:cNvSpPr>
              <a:spLocks noChangeArrowheads="1"/>
            </p:cNvSpPr>
            <p:nvPr/>
          </p:nvSpPr>
          <p:spPr bwMode="auto">
            <a:xfrm>
              <a:off x="4114800" y="3733800"/>
              <a:ext cx="990600" cy="457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219" name="Rectangle 218">
              <a:extLst>
                <a:ext uri="{FF2B5EF4-FFF2-40B4-BE49-F238E27FC236}">
                  <a16:creationId xmlns:a16="http://schemas.microsoft.com/office/drawing/2014/main" id="{78AA0A04-2729-4084-92DF-B980981218D5}"/>
                </a:ext>
              </a:extLst>
            </p:cNvPr>
            <p:cNvSpPr>
              <a:spLocks noChangeArrowheads="1"/>
            </p:cNvSpPr>
            <p:nvPr/>
          </p:nvSpPr>
          <p:spPr bwMode="auto">
            <a:xfrm>
              <a:off x="5105400" y="3733800"/>
              <a:ext cx="1371600" cy="457200"/>
            </a:xfrm>
            <a:prstGeom prst="rect">
              <a:avLst/>
            </a:prstGeom>
            <a:solidFill>
              <a:srgbClr val="02E20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endParaRPr lang="en-US" altLang="en-US"/>
            </a:p>
          </p:txBody>
        </p:sp>
        <p:sp>
          <p:nvSpPr>
            <p:cNvPr id="220" name="Text Box 1031">
              <a:extLst>
                <a:ext uri="{FF2B5EF4-FFF2-40B4-BE49-F238E27FC236}">
                  <a16:creationId xmlns:a16="http://schemas.microsoft.com/office/drawing/2014/main" id="{F0F7FE47-3086-4184-94B9-A600D09D4566}"/>
                </a:ext>
              </a:extLst>
            </p:cNvPr>
            <p:cNvSpPr txBox="1">
              <a:spLocks noChangeArrowheads="1"/>
            </p:cNvSpPr>
            <p:nvPr/>
          </p:nvSpPr>
          <p:spPr bwMode="auto">
            <a:xfrm>
              <a:off x="2286000" y="3810000"/>
              <a:ext cx="63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SELA</a:t>
              </a:r>
            </a:p>
          </p:txBody>
        </p:sp>
        <p:sp>
          <p:nvSpPr>
            <p:cNvPr id="221" name="Text Box 1032">
              <a:extLst>
                <a:ext uri="{FF2B5EF4-FFF2-40B4-BE49-F238E27FC236}">
                  <a16:creationId xmlns:a16="http://schemas.microsoft.com/office/drawing/2014/main" id="{1232E7ED-1F73-4E06-ADDF-8EE1CB422282}"/>
                </a:ext>
              </a:extLst>
            </p:cNvPr>
            <p:cNvSpPr txBox="1">
              <a:spLocks noChangeArrowheads="1"/>
            </p:cNvSpPr>
            <p:nvPr/>
          </p:nvSpPr>
          <p:spPr bwMode="auto">
            <a:xfrm>
              <a:off x="3276600" y="3810000"/>
              <a:ext cx="631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dirty="0"/>
                <a:t>SELB</a:t>
              </a:r>
            </a:p>
          </p:txBody>
        </p:sp>
        <p:sp>
          <p:nvSpPr>
            <p:cNvPr id="222" name="Text Box 1033">
              <a:extLst>
                <a:ext uri="{FF2B5EF4-FFF2-40B4-BE49-F238E27FC236}">
                  <a16:creationId xmlns:a16="http://schemas.microsoft.com/office/drawing/2014/main" id="{3F655F91-AD3D-44C6-9F9C-F8F892958305}"/>
                </a:ext>
              </a:extLst>
            </p:cNvPr>
            <p:cNvSpPr txBox="1">
              <a:spLocks noChangeArrowheads="1"/>
            </p:cNvSpPr>
            <p:nvPr/>
          </p:nvSpPr>
          <p:spPr bwMode="auto">
            <a:xfrm>
              <a:off x="4267200" y="3810000"/>
              <a:ext cx="650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SELD</a:t>
              </a:r>
            </a:p>
          </p:txBody>
        </p:sp>
        <p:sp>
          <p:nvSpPr>
            <p:cNvPr id="223" name="Text Box 1034">
              <a:extLst>
                <a:ext uri="{FF2B5EF4-FFF2-40B4-BE49-F238E27FC236}">
                  <a16:creationId xmlns:a16="http://schemas.microsoft.com/office/drawing/2014/main" id="{9E62D645-BA07-4125-A061-59142A4C8307}"/>
                </a:ext>
              </a:extLst>
            </p:cNvPr>
            <p:cNvSpPr txBox="1">
              <a:spLocks noChangeArrowheads="1"/>
            </p:cNvSpPr>
            <p:nvPr/>
          </p:nvSpPr>
          <p:spPr bwMode="auto">
            <a:xfrm>
              <a:off x="5486400" y="3810000"/>
              <a:ext cx="566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en-US" altLang="zh-TW" sz="1600"/>
                <a:t>OPR</a:t>
              </a:r>
            </a:p>
          </p:txBody>
        </p:sp>
        <p:sp>
          <p:nvSpPr>
            <p:cNvPr id="224" name="Text Box 1036">
              <a:extLst>
                <a:ext uri="{FF2B5EF4-FFF2-40B4-BE49-F238E27FC236}">
                  <a16:creationId xmlns:a16="http://schemas.microsoft.com/office/drawing/2014/main" id="{3DCB04F2-2A2A-48B0-9E3E-572B6FB765A2}"/>
                </a:ext>
              </a:extLst>
            </p:cNvPr>
            <p:cNvSpPr txBox="1">
              <a:spLocks noChangeArrowheads="1"/>
            </p:cNvSpPr>
            <p:nvPr/>
          </p:nvSpPr>
          <p:spPr bwMode="auto">
            <a:xfrm>
              <a:off x="2438400" y="3352800"/>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zh-TW" altLang="en-US" sz="1600" dirty="0"/>
                <a:t>3</a:t>
              </a:r>
            </a:p>
          </p:txBody>
        </p:sp>
        <p:sp>
          <p:nvSpPr>
            <p:cNvPr id="225" name="Text Box 1037">
              <a:extLst>
                <a:ext uri="{FF2B5EF4-FFF2-40B4-BE49-F238E27FC236}">
                  <a16:creationId xmlns:a16="http://schemas.microsoft.com/office/drawing/2014/main" id="{49F1AC60-1E44-4E20-BC58-624AEB1CCABB}"/>
                </a:ext>
              </a:extLst>
            </p:cNvPr>
            <p:cNvSpPr txBox="1">
              <a:spLocks noChangeArrowheads="1"/>
            </p:cNvSpPr>
            <p:nvPr/>
          </p:nvSpPr>
          <p:spPr bwMode="auto">
            <a:xfrm>
              <a:off x="3429000" y="3352800"/>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zh-TW" altLang="en-US" sz="1600"/>
                <a:t>3</a:t>
              </a:r>
            </a:p>
          </p:txBody>
        </p:sp>
        <p:sp>
          <p:nvSpPr>
            <p:cNvPr id="226" name="Text Box 1038">
              <a:extLst>
                <a:ext uri="{FF2B5EF4-FFF2-40B4-BE49-F238E27FC236}">
                  <a16:creationId xmlns:a16="http://schemas.microsoft.com/office/drawing/2014/main" id="{33854E1F-329D-4D2F-ABF9-D90282044196}"/>
                </a:ext>
              </a:extLst>
            </p:cNvPr>
            <p:cNvSpPr txBox="1">
              <a:spLocks noChangeArrowheads="1"/>
            </p:cNvSpPr>
            <p:nvPr/>
          </p:nvSpPr>
          <p:spPr bwMode="auto">
            <a:xfrm>
              <a:off x="4419600" y="3352800"/>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zh-TW" altLang="en-US" sz="1600"/>
                <a:t>3</a:t>
              </a:r>
            </a:p>
          </p:txBody>
        </p:sp>
        <p:sp>
          <p:nvSpPr>
            <p:cNvPr id="227" name="Text Box 1039">
              <a:extLst>
                <a:ext uri="{FF2B5EF4-FFF2-40B4-BE49-F238E27FC236}">
                  <a16:creationId xmlns:a16="http://schemas.microsoft.com/office/drawing/2014/main" id="{CEE6B709-CD2D-43F6-99E4-62DBD08CA4A2}"/>
                </a:ext>
              </a:extLst>
            </p:cNvPr>
            <p:cNvSpPr txBox="1">
              <a:spLocks noChangeArrowheads="1"/>
            </p:cNvSpPr>
            <p:nvPr/>
          </p:nvSpPr>
          <p:spPr bwMode="auto">
            <a:xfrm>
              <a:off x="5562600" y="3352800"/>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1pPr>
              <a:lvl2pPr marL="742950" indent="-28575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2pPr>
              <a:lvl3pPr marL="11430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3pPr>
              <a:lvl4pPr marL="16002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4pPr>
              <a:lvl5pPr marL="2057400" indent="-228600" algn="l" defTabSz="914400" rtl="0" eaLnBrk="0" latinLnBrk="0" hangingPunct="0">
                <a:defRPr kumimoji="1" sz="1800" kern="1200">
                  <a:solidFill>
                    <a:schemeClr val="tx1"/>
                  </a:solidFill>
                  <a:latin typeface="Tahoma" panose="020B060403050404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sz="1800" kern="1200">
                  <a:solidFill>
                    <a:schemeClr val="tx1"/>
                  </a:solidFill>
                  <a:latin typeface="Tahoma" panose="020B0604030504040204" pitchFamily="34" charset="0"/>
                  <a:ea typeface="新細明體" panose="02020500000000000000" pitchFamily="18" charset="-120"/>
                  <a:cs typeface="+mn-cs"/>
                </a:defRPr>
              </a:lvl9pPr>
            </a:lstStyle>
            <a:p>
              <a:pPr eaLnBrk="1" hangingPunct="1"/>
              <a:r>
                <a:rPr lang="zh-TW" altLang="en-US" sz="1600"/>
                <a:t>5</a:t>
              </a:r>
            </a:p>
          </p:txBody>
        </p:sp>
      </p:grpSp>
    </p:spTree>
    <p:extLst>
      <p:ext uri="{BB962C8B-B14F-4D97-AF65-F5344CB8AC3E}">
        <p14:creationId xmlns:p14="http://schemas.microsoft.com/office/powerpoint/2010/main" val="1908884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40F437A-075C-F9C0-76CE-8548C2861C26}"/>
              </a:ext>
            </a:extLst>
          </p:cNvPr>
          <p:cNvSpPr>
            <a:spLocks noGrp="1"/>
          </p:cNvSpPr>
          <p:nvPr>
            <p:ph type="subTitle" idx="1"/>
          </p:nvPr>
        </p:nvSpPr>
        <p:spPr>
          <a:xfrm>
            <a:off x="326571" y="300445"/>
            <a:ext cx="6962503" cy="10397717"/>
          </a:xfrm>
        </p:spPr>
        <p:txBody>
          <a:bodyPr>
            <a:normAutofit/>
          </a:bodyPr>
          <a:lstStyle/>
          <a:p>
            <a:pPr lvl="0" algn="l" defTabSz="914400" eaLnBrk="0" fontAlgn="base" hangingPunct="0">
              <a:lnSpc>
                <a:spcPct val="100000"/>
              </a:lnSpc>
              <a:spcBef>
                <a:spcPct val="0"/>
              </a:spcBef>
              <a:spcAft>
                <a:spcPct val="0"/>
              </a:spcAft>
              <a:buFontTx/>
              <a:buAutoNum type="arabicPeriod" startAt="6"/>
            </a:pPr>
            <a:r>
              <a:rPr lang="en-US" altLang="en-US" sz="1600" dirty="0">
                <a:latin typeface="+mj-lt"/>
              </a:rPr>
              <a:t>ALU (Arithmetic Logic Unit):</a:t>
            </a:r>
          </a:p>
          <a:p>
            <a:pPr marL="457200" lvl="1" algn="l" defTabSz="914400" eaLnBrk="0" fontAlgn="base" hangingPunct="0">
              <a:lnSpc>
                <a:spcPct val="100000"/>
              </a:lnSpc>
              <a:spcBef>
                <a:spcPct val="0"/>
              </a:spcBef>
              <a:spcAft>
                <a:spcPct val="0"/>
              </a:spcAft>
              <a:buFontTx/>
              <a:buChar char="•"/>
            </a:pPr>
            <a:r>
              <a:rPr lang="en-US" altLang="en-US" sz="1600" dirty="0">
                <a:latin typeface="+mj-lt"/>
              </a:rPr>
              <a:t>Performs operations like AND, OR, ADD, etc.</a:t>
            </a:r>
          </a:p>
          <a:p>
            <a:pPr marL="457200" lvl="1" algn="l" defTabSz="914400" eaLnBrk="0" fontAlgn="base" hangingPunct="0">
              <a:lnSpc>
                <a:spcPct val="100000"/>
              </a:lnSpc>
              <a:spcBef>
                <a:spcPct val="0"/>
              </a:spcBef>
              <a:spcAft>
                <a:spcPct val="0"/>
              </a:spcAft>
              <a:buFontTx/>
              <a:buChar char="•"/>
            </a:pPr>
            <a:r>
              <a:rPr lang="en-US" altLang="en-US" sz="1600" dirty="0">
                <a:latin typeface="+mj-lt"/>
              </a:rPr>
              <a:t>Controlled by OPR (operation code).</a:t>
            </a:r>
          </a:p>
          <a:p>
            <a:pPr lvl="0" algn="l" defTabSz="914400" eaLnBrk="0" fontAlgn="base" hangingPunct="0">
              <a:lnSpc>
                <a:spcPct val="100000"/>
              </a:lnSpc>
              <a:spcBef>
                <a:spcPct val="0"/>
              </a:spcBef>
              <a:spcAft>
                <a:spcPct val="0"/>
              </a:spcAft>
              <a:buFontTx/>
              <a:buAutoNum type="arabicPeriod" startAt="7"/>
            </a:pPr>
            <a:r>
              <a:rPr lang="en-US" altLang="en-US" sz="1600" dirty="0">
                <a:latin typeface="+mj-lt"/>
              </a:rPr>
              <a:t>Output:</a:t>
            </a:r>
          </a:p>
          <a:p>
            <a:pPr marL="457200" lvl="1" algn="l" defTabSz="914400" eaLnBrk="0" fontAlgn="base" hangingPunct="0">
              <a:lnSpc>
                <a:spcPct val="100000"/>
              </a:lnSpc>
              <a:spcBef>
                <a:spcPct val="0"/>
              </a:spcBef>
              <a:spcAft>
                <a:spcPct val="0"/>
              </a:spcAft>
              <a:buFontTx/>
              <a:buChar char="•"/>
            </a:pPr>
            <a:r>
              <a:rPr lang="en-US" altLang="en-US" sz="1600" dirty="0">
                <a:latin typeface="+mj-lt"/>
              </a:rPr>
              <a:t>ALU result is sent back to the selected register using the SELD line.</a:t>
            </a:r>
          </a:p>
          <a:p>
            <a:pPr lvl="0" algn="l" defTabSz="914400" eaLnBrk="0" fontAlgn="base" hangingPunct="0">
              <a:lnSpc>
                <a:spcPct val="100000"/>
              </a:lnSpc>
              <a:spcBef>
                <a:spcPct val="0"/>
              </a:spcBef>
              <a:spcAft>
                <a:spcPct val="0"/>
              </a:spcAft>
              <a:buFontTx/>
              <a:buAutoNum type="arabicPeriod" startAt="8"/>
            </a:pPr>
            <a:r>
              <a:rPr lang="en-US" altLang="en-US" sz="1600" dirty="0">
                <a:latin typeface="+mj-lt"/>
              </a:rPr>
              <a:t>Control Word (9 bits):</a:t>
            </a:r>
          </a:p>
          <a:p>
            <a:pPr marL="457200" lvl="1" algn="l" defTabSz="914400" eaLnBrk="0" fontAlgn="base" hangingPunct="0">
              <a:lnSpc>
                <a:spcPct val="100000"/>
              </a:lnSpc>
              <a:spcBef>
                <a:spcPct val="0"/>
              </a:spcBef>
              <a:spcAft>
                <a:spcPct val="0"/>
              </a:spcAft>
              <a:buFontTx/>
              <a:buChar char="•"/>
            </a:pPr>
            <a:r>
              <a:rPr lang="en-US" altLang="en-US" sz="1600" dirty="0">
                <a:latin typeface="+mj-lt"/>
              </a:rPr>
              <a:t>Combines all control signals:</a:t>
            </a:r>
          </a:p>
          <a:p>
            <a:pPr marL="914400" lvl="2" algn="l" defTabSz="914400" eaLnBrk="0" fontAlgn="base" hangingPunct="0">
              <a:lnSpc>
                <a:spcPct val="100000"/>
              </a:lnSpc>
              <a:spcBef>
                <a:spcPct val="0"/>
              </a:spcBef>
              <a:spcAft>
                <a:spcPct val="0"/>
              </a:spcAft>
              <a:buFontTx/>
              <a:buChar char="•"/>
            </a:pPr>
            <a:r>
              <a:rPr lang="en-US" altLang="en-US" sz="1600" dirty="0">
                <a:latin typeface="+mj-lt"/>
              </a:rPr>
              <a:t>SELA (3 bits): Select register for A input</a:t>
            </a:r>
          </a:p>
          <a:p>
            <a:pPr marL="914400" lvl="2" algn="l" defTabSz="914400" eaLnBrk="0" fontAlgn="base" hangingPunct="0">
              <a:lnSpc>
                <a:spcPct val="100000"/>
              </a:lnSpc>
              <a:spcBef>
                <a:spcPct val="0"/>
              </a:spcBef>
              <a:spcAft>
                <a:spcPct val="0"/>
              </a:spcAft>
              <a:buFontTx/>
              <a:buChar char="•"/>
            </a:pPr>
            <a:r>
              <a:rPr lang="en-US" altLang="en-US" sz="1600" dirty="0">
                <a:latin typeface="+mj-lt"/>
              </a:rPr>
              <a:t>SELB (3 bits): Select register for B input</a:t>
            </a:r>
          </a:p>
          <a:p>
            <a:pPr marL="914400" lvl="2" algn="l" defTabSz="914400" eaLnBrk="0" fontAlgn="base" hangingPunct="0">
              <a:lnSpc>
                <a:spcPct val="100000"/>
              </a:lnSpc>
              <a:spcBef>
                <a:spcPct val="0"/>
              </a:spcBef>
              <a:spcAft>
                <a:spcPct val="0"/>
              </a:spcAft>
              <a:buFontTx/>
              <a:buChar char="•"/>
            </a:pPr>
            <a:r>
              <a:rPr lang="en-US" altLang="en-US" sz="1600" dirty="0">
                <a:latin typeface="+mj-lt"/>
              </a:rPr>
              <a:t>SELD (3 bits): Select destination register</a:t>
            </a:r>
          </a:p>
          <a:p>
            <a:pPr marL="914400" lvl="2" algn="l" defTabSz="914400" eaLnBrk="0" fontAlgn="base" hangingPunct="0">
              <a:lnSpc>
                <a:spcPct val="100000"/>
              </a:lnSpc>
              <a:spcBef>
                <a:spcPct val="0"/>
              </a:spcBef>
              <a:spcAft>
                <a:spcPct val="0"/>
              </a:spcAft>
              <a:buFontTx/>
              <a:buChar char="•"/>
            </a:pPr>
            <a:r>
              <a:rPr lang="en-US" altLang="en-US" sz="1600" dirty="0">
                <a:latin typeface="+mj-lt"/>
              </a:rPr>
              <a:t>OPR (ALU operation code)</a:t>
            </a:r>
          </a:p>
          <a:p>
            <a:pPr marL="914400" lvl="2" algn="l" defTabSz="914400" eaLnBrk="0" fontAlgn="base" hangingPunct="0">
              <a:lnSpc>
                <a:spcPct val="100000"/>
              </a:lnSpc>
              <a:spcBef>
                <a:spcPct val="0"/>
              </a:spcBef>
              <a:spcAft>
                <a:spcPct val="0"/>
              </a:spcAft>
              <a:buFontTx/>
              <a:buChar char="•"/>
            </a:pPr>
            <a:endParaRPr lang="en-US" altLang="en-US" sz="1600" dirty="0">
              <a:latin typeface="+mj-lt"/>
            </a:endParaRPr>
          </a:p>
          <a:p>
            <a:pPr lvl="0" algn="l" defTabSz="914400" eaLnBrk="0" fontAlgn="base" hangingPunct="0">
              <a:lnSpc>
                <a:spcPct val="100000"/>
              </a:lnSpc>
              <a:spcBef>
                <a:spcPct val="0"/>
              </a:spcBef>
              <a:spcAft>
                <a:spcPct val="0"/>
              </a:spcAft>
            </a:pPr>
            <a:r>
              <a:rPr lang="en-US" altLang="en-US" sz="1600" dirty="0">
                <a:latin typeface="+mj-lt"/>
              </a:rPr>
              <a:t>Functional Table :</a:t>
            </a: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r>
              <a:rPr lang="en-US" altLang="en-US" sz="1600" b="1" u="sng" dirty="0">
                <a:latin typeface="+mj-lt"/>
              </a:rPr>
              <a:t>COMPONENTS :</a:t>
            </a:r>
          </a:p>
          <a:p>
            <a:pPr marL="285750" lvl="0" indent="-285750" algn="l" defTabSz="914400" eaLnBrk="0" fontAlgn="base" hangingPunct="0">
              <a:lnSpc>
                <a:spcPct val="100000"/>
              </a:lnSpc>
              <a:spcBef>
                <a:spcPct val="0"/>
              </a:spcBef>
              <a:spcAft>
                <a:spcPct val="0"/>
              </a:spcAft>
              <a:buFont typeface="Arial" panose="020B0604020202020204" pitchFamily="34" charset="0"/>
              <a:buChar char="•"/>
            </a:pPr>
            <a:r>
              <a:rPr lang="en-US" sz="1600" dirty="0">
                <a:latin typeface="+mj-lt"/>
              </a:rPr>
              <a:t>2-bit register with load line</a:t>
            </a:r>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lvl="0" indent="-285750" algn="l" defTabSz="914400" eaLnBrk="0" fontAlgn="base" hangingPunct="0">
              <a:lnSpc>
                <a:spcPct val="100000"/>
              </a:lnSpc>
              <a:spcBef>
                <a:spcPct val="0"/>
              </a:spcBef>
              <a:spcAft>
                <a:spcPct val="0"/>
              </a:spcAft>
              <a:buFont typeface="Arial" panose="020B0604020202020204" pitchFamily="34" charset="0"/>
              <a:buChar char="•"/>
            </a:pPr>
            <a:endParaRPr lang="en-US" sz="1600" dirty="0"/>
          </a:p>
          <a:p>
            <a:pPr marL="285750" indent="-285750" algn="l" defTabSz="914400" eaLnBrk="0" fontAlgn="base" hangingPunct="0">
              <a:lnSpc>
                <a:spcPct val="100000"/>
              </a:lnSpc>
              <a:spcBef>
                <a:spcPct val="0"/>
              </a:spcBef>
              <a:spcAft>
                <a:spcPct val="0"/>
              </a:spcAft>
              <a:buFont typeface="Arial" panose="020B0604020202020204" pitchFamily="34" charset="0"/>
              <a:buChar char="•"/>
            </a:pPr>
            <a:r>
              <a:rPr lang="en-US" sz="1600" b="1" dirty="0">
                <a:latin typeface="+mj-lt"/>
              </a:rPr>
              <a:t>2 to 4 decoder</a:t>
            </a:r>
          </a:p>
          <a:p>
            <a:pPr lvl="0" algn="l" defTabSz="914400" eaLnBrk="0" fontAlgn="base" hangingPunct="0">
              <a:lnSpc>
                <a:spcPct val="100000"/>
              </a:lnSpc>
              <a:spcBef>
                <a:spcPct val="0"/>
              </a:spcBef>
              <a:spcAft>
                <a:spcPct val="0"/>
              </a:spcAft>
            </a:pPr>
            <a:endParaRPr lang="en-US" sz="1600" dirty="0"/>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endParaRPr lang="en-US" altLang="en-US" sz="1600" b="1" u="sng" dirty="0">
              <a:latin typeface="+mj-lt"/>
            </a:endParaRPr>
          </a:p>
          <a:p>
            <a:pPr lvl="0" algn="l" defTabSz="914400" eaLnBrk="0" fontAlgn="base" hangingPunct="0">
              <a:lnSpc>
                <a:spcPct val="100000"/>
              </a:lnSpc>
              <a:spcBef>
                <a:spcPct val="0"/>
              </a:spcBef>
              <a:spcAft>
                <a:spcPct val="0"/>
              </a:spcAft>
            </a:pPr>
            <a:r>
              <a:rPr lang="en-US" altLang="en-US" sz="1600" dirty="0">
                <a:latin typeface="+mj-lt"/>
              </a:rPr>
              <a:t>          </a:t>
            </a:r>
          </a:p>
        </p:txBody>
      </p:sp>
      <p:pic>
        <p:nvPicPr>
          <p:cNvPr id="6" name="Picture 5">
            <a:extLst>
              <a:ext uri="{FF2B5EF4-FFF2-40B4-BE49-F238E27FC236}">
                <a16:creationId xmlns:a16="http://schemas.microsoft.com/office/drawing/2014/main" id="{56F2852F-37EC-6B08-7ED6-390B4D338AD8}"/>
              </a:ext>
            </a:extLst>
          </p:cNvPr>
          <p:cNvPicPr>
            <a:picLocks noChangeAspect="1"/>
          </p:cNvPicPr>
          <p:nvPr/>
        </p:nvPicPr>
        <p:blipFill>
          <a:blip r:embed="rId2"/>
          <a:stretch>
            <a:fillRect/>
          </a:stretch>
        </p:blipFill>
        <p:spPr>
          <a:xfrm>
            <a:off x="2314917" y="3095326"/>
            <a:ext cx="2596717" cy="2253755"/>
          </a:xfrm>
          <a:prstGeom prst="rect">
            <a:avLst/>
          </a:prstGeom>
        </p:spPr>
      </p:pic>
      <p:pic>
        <p:nvPicPr>
          <p:cNvPr id="8" name="Picture 7">
            <a:extLst>
              <a:ext uri="{FF2B5EF4-FFF2-40B4-BE49-F238E27FC236}">
                <a16:creationId xmlns:a16="http://schemas.microsoft.com/office/drawing/2014/main" id="{7274A767-2FC9-07FF-5A70-DD3FFB0B1907}"/>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622007" y="5764593"/>
            <a:ext cx="5413033" cy="2439312"/>
          </a:xfrm>
          <a:prstGeom prst="rect">
            <a:avLst/>
          </a:prstGeom>
        </p:spPr>
      </p:pic>
      <p:pic>
        <p:nvPicPr>
          <p:cNvPr id="10" name="Picture 9">
            <a:extLst>
              <a:ext uri="{FF2B5EF4-FFF2-40B4-BE49-F238E27FC236}">
                <a16:creationId xmlns:a16="http://schemas.microsoft.com/office/drawing/2014/main" id="{9F1C1F79-7555-4F99-0C63-C93CB7A3B792}"/>
              </a:ext>
            </a:extLst>
          </p:cNvPr>
          <p:cNvPicPr>
            <a:picLocks noChangeAspect="1"/>
          </p:cNvPicPr>
          <p:nvPr/>
        </p:nvPicPr>
        <p:blipFill>
          <a:blip r:embed="rId4">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2256133" y="8369795"/>
            <a:ext cx="4925112" cy="2162477"/>
          </a:xfrm>
          <a:prstGeom prst="rect">
            <a:avLst/>
          </a:prstGeom>
        </p:spPr>
      </p:pic>
    </p:spTree>
    <p:extLst>
      <p:ext uri="{BB962C8B-B14F-4D97-AF65-F5344CB8AC3E}">
        <p14:creationId xmlns:p14="http://schemas.microsoft.com/office/powerpoint/2010/main" val="1809047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E9EE4-4027-61A1-3358-8340B3844D67}"/>
              </a:ext>
            </a:extLst>
          </p:cNvPr>
          <p:cNvSpPr>
            <a:spLocks noGrp="1"/>
          </p:cNvSpPr>
          <p:nvPr>
            <p:ph idx="1"/>
          </p:nvPr>
        </p:nvSpPr>
        <p:spPr>
          <a:xfrm>
            <a:off x="431074" y="339634"/>
            <a:ext cx="6766560" cy="9980023"/>
          </a:xfrm>
        </p:spPr>
        <p:txBody>
          <a:bodyPr>
            <a:normAutofit/>
          </a:bodyPr>
          <a:lstStyle/>
          <a:p>
            <a:pPr defTabSz="914400" eaLnBrk="0" fontAlgn="base" hangingPunct="0">
              <a:lnSpc>
                <a:spcPct val="100000"/>
              </a:lnSpc>
              <a:spcBef>
                <a:spcPct val="0"/>
              </a:spcBef>
              <a:spcAft>
                <a:spcPct val="0"/>
              </a:spcAft>
            </a:pPr>
            <a:r>
              <a:rPr lang="en-US" sz="1600" dirty="0">
                <a:latin typeface="+mj-lt"/>
              </a:rPr>
              <a:t>4:1 Mux</a:t>
            </a: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defTabSz="914400" eaLnBrk="0" fontAlgn="base" hangingPunct="0">
              <a:lnSpc>
                <a:spcPct val="100000"/>
              </a:lnSpc>
              <a:spcBef>
                <a:spcPct val="0"/>
              </a:spcBef>
              <a:spcAft>
                <a:spcPct val="0"/>
              </a:spcAft>
            </a:pPr>
            <a:endParaRPr lang="en-US" sz="1600" dirty="0">
              <a:latin typeface="+mj-lt"/>
            </a:endParaRPr>
          </a:p>
          <a:p>
            <a:pPr marL="0" indent="0" defTabSz="914400" eaLnBrk="0" fontAlgn="base" hangingPunct="0">
              <a:lnSpc>
                <a:spcPct val="100000"/>
              </a:lnSpc>
              <a:spcBef>
                <a:spcPct val="0"/>
              </a:spcBef>
              <a:spcAft>
                <a:spcPct val="0"/>
              </a:spcAft>
              <a:buNone/>
            </a:pPr>
            <a:endParaRPr lang="en-US" sz="1600" dirty="0">
              <a:latin typeface="+mj-lt"/>
            </a:endParaRPr>
          </a:p>
          <a:p>
            <a:pPr lvl="0" defTabSz="914400" eaLnBrk="0" fontAlgn="base" hangingPunct="0">
              <a:lnSpc>
                <a:spcPct val="100000"/>
              </a:lnSpc>
              <a:spcBef>
                <a:spcPct val="0"/>
              </a:spcBef>
              <a:spcAft>
                <a:spcPct val="0"/>
              </a:spcAft>
            </a:pPr>
            <a:r>
              <a:rPr lang="en-US" sz="1600" dirty="0">
                <a:latin typeface="+mj-lt"/>
              </a:rPr>
              <a:t>Register set and bus</a:t>
            </a: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lvl="0" defTabSz="914400" eaLnBrk="0" fontAlgn="base" hangingPunct="0">
              <a:lnSpc>
                <a:spcPct val="100000"/>
              </a:lnSpc>
              <a:spcBef>
                <a:spcPct val="0"/>
              </a:spcBef>
              <a:spcAft>
                <a:spcPct val="0"/>
              </a:spcAft>
            </a:pPr>
            <a:endParaRPr lang="en-US" sz="1600" dirty="0">
              <a:latin typeface="+mj-lt"/>
            </a:endParaRPr>
          </a:p>
          <a:p>
            <a:pPr marL="0" lvl="0" indent="0" defTabSz="914400" eaLnBrk="0" fontAlgn="base" hangingPunct="0">
              <a:lnSpc>
                <a:spcPct val="100000"/>
              </a:lnSpc>
              <a:spcBef>
                <a:spcPct val="0"/>
              </a:spcBef>
              <a:spcAft>
                <a:spcPct val="0"/>
              </a:spcAft>
              <a:buNone/>
            </a:pPr>
            <a:endParaRPr lang="en-US" sz="1600" dirty="0">
              <a:latin typeface="+mj-lt"/>
            </a:endParaRPr>
          </a:p>
          <a:p>
            <a:pPr lvl="0" defTabSz="914400" eaLnBrk="0" fontAlgn="base" hangingPunct="0">
              <a:lnSpc>
                <a:spcPct val="100000"/>
              </a:lnSpc>
              <a:spcBef>
                <a:spcPct val="0"/>
              </a:spcBef>
              <a:spcAft>
                <a:spcPct val="0"/>
              </a:spcAft>
            </a:pPr>
            <a:r>
              <a:rPr lang="en-US" sz="1600" dirty="0">
                <a:latin typeface="+mj-lt"/>
              </a:rPr>
              <a:t>Final Register Organization</a:t>
            </a:r>
            <a:endParaRPr lang="en-US" altLang="en-US" sz="1600" b="1" u="sng" dirty="0">
              <a:latin typeface="+mj-lt"/>
            </a:endParaRPr>
          </a:p>
          <a:p>
            <a:endParaRPr lang="en-US" sz="1600" dirty="0">
              <a:latin typeface="+mj-lt"/>
            </a:endParaRPr>
          </a:p>
        </p:txBody>
      </p:sp>
      <p:pic>
        <p:nvPicPr>
          <p:cNvPr id="4" name="Content Placeholder 3">
            <a:extLst>
              <a:ext uri="{FF2B5EF4-FFF2-40B4-BE49-F238E27FC236}">
                <a16:creationId xmlns:a16="http://schemas.microsoft.com/office/drawing/2014/main" id="{2360DA4F-94FC-C7A5-4B94-15ABADD13DBC}"/>
              </a:ext>
            </a:extLst>
          </p:cNvPr>
          <p:cNvPicPr>
            <a:picLocks noGrp="1" noChangeAspect="1"/>
          </p:cNvPicPr>
          <p:nvPr/>
        </p:nvPicPr>
        <p:blipFill>
          <a:blip r:embed="rId2">
            <a:clrChange>
              <a:clrFrom>
                <a:srgbClr val="353536"/>
              </a:clrFrom>
              <a:clrTo>
                <a:srgbClr val="353536">
                  <a:alpha val="0"/>
                </a:srgbClr>
              </a:clrTo>
            </a:clrChange>
          </a:blip>
          <a:stretch>
            <a:fillRect/>
          </a:stretch>
        </p:blipFill>
        <p:spPr>
          <a:xfrm>
            <a:off x="510587" y="738922"/>
            <a:ext cx="5793303" cy="2269322"/>
          </a:xfrm>
          <a:prstGeom prst="rect">
            <a:avLst/>
          </a:prstGeom>
        </p:spPr>
      </p:pic>
      <p:pic>
        <p:nvPicPr>
          <p:cNvPr id="6" name="Picture 5">
            <a:extLst>
              <a:ext uri="{FF2B5EF4-FFF2-40B4-BE49-F238E27FC236}">
                <a16:creationId xmlns:a16="http://schemas.microsoft.com/office/drawing/2014/main" id="{AFD6F0E3-E270-0689-F64A-E116B0E8C07B}"/>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510587" y="3407532"/>
            <a:ext cx="6280425" cy="3020585"/>
          </a:xfrm>
          <a:prstGeom prst="rect">
            <a:avLst/>
          </a:prstGeom>
        </p:spPr>
      </p:pic>
      <p:pic>
        <p:nvPicPr>
          <p:cNvPr id="7" name="Content Placeholder 3">
            <a:extLst>
              <a:ext uri="{FF2B5EF4-FFF2-40B4-BE49-F238E27FC236}">
                <a16:creationId xmlns:a16="http://schemas.microsoft.com/office/drawing/2014/main" id="{E57A7580-B91D-9D1B-EDC2-1D3AD492EF78}"/>
              </a:ext>
            </a:extLst>
          </p:cNvPr>
          <p:cNvPicPr>
            <a:picLocks noGrp="1" noChangeAspect="1"/>
          </p:cNvPicPr>
          <p:nvPr/>
        </p:nvPicPr>
        <p:blipFill>
          <a:blip r:embed="rId4">
            <a:clrChange>
              <a:clrFrom>
                <a:srgbClr val="353536"/>
              </a:clrFrom>
              <a:clrTo>
                <a:srgbClr val="353536">
                  <a:alpha val="0"/>
                </a:srgbClr>
              </a:clrTo>
            </a:clrChange>
          </a:blip>
          <a:stretch>
            <a:fillRect/>
          </a:stretch>
        </p:blipFill>
        <p:spPr>
          <a:xfrm>
            <a:off x="510587" y="6827405"/>
            <a:ext cx="6661662" cy="3492252"/>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7DE5B9B-37B4-C9CB-5715-5A73FB9D9134}"/>
                  </a:ext>
                </a:extLst>
              </p14:cNvPr>
              <p14:cNvContentPartPr/>
              <p14:nvPr/>
            </p14:nvContentPartPr>
            <p14:xfrm>
              <a:off x="6080560" y="1457400"/>
              <a:ext cx="221040" cy="26640"/>
            </p14:xfrm>
          </p:contentPart>
        </mc:Choice>
        <mc:Fallback xmlns="">
          <p:pic>
            <p:nvPicPr>
              <p:cNvPr id="2" name="Ink 1">
                <a:extLst>
                  <a:ext uri="{FF2B5EF4-FFF2-40B4-BE49-F238E27FC236}">
                    <a16:creationId xmlns:a16="http://schemas.microsoft.com/office/drawing/2014/main" id="{57DE5B9B-37B4-C9CB-5715-5A73FB9D9134}"/>
                  </a:ext>
                </a:extLst>
              </p:cNvPr>
              <p:cNvPicPr/>
              <p:nvPr/>
            </p:nvPicPr>
            <p:blipFill>
              <a:blip r:embed="rId6"/>
              <a:stretch>
                <a:fillRect/>
              </a:stretch>
            </p:blipFill>
            <p:spPr>
              <a:xfrm>
                <a:off x="6026560" y="1349400"/>
                <a:ext cx="3286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C6CFC1EA-88BD-46B5-E737-073660B21664}"/>
                  </a:ext>
                </a:extLst>
              </p14:cNvPr>
              <p14:cNvContentPartPr/>
              <p14:nvPr/>
            </p14:nvContentPartPr>
            <p14:xfrm>
              <a:off x="6017920" y="1345800"/>
              <a:ext cx="525960" cy="137880"/>
            </p14:xfrm>
          </p:contentPart>
        </mc:Choice>
        <mc:Fallback xmlns="">
          <p:pic>
            <p:nvPicPr>
              <p:cNvPr id="5" name="Ink 4">
                <a:extLst>
                  <a:ext uri="{FF2B5EF4-FFF2-40B4-BE49-F238E27FC236}">
                    <a16:creationId xmlns:a16="http://schemas.microsoft.com/office/drawing/2014/main" id="{C6CFC1EA-88BD-46B5-E737-073660B21664}"/>
                  </a:ext>
                </a:extLst>
              </p:cNvPr>
              <p:cNvPicPr/>
              <p:nvPr/>
            </p:nvPicPr>
            <p:blipFill>
              <a:blip r:embed="rId8"/>
              <a:stretch>
                <a:fillRect/>
              </a:stretch>
            </p:blipFill>
            <p:spPr>
              <a:xfrm>
                <a:off x="5963920" y="1237800"/>
                <a:ext cx="63360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B7690ABD-F6C6-61A1-2528-F6E93D1ED361}"/>
                  </a:ext>
                </a:extLst>
              </p14:cNvPr>
              <p14:cNvContentPartPr/>
              <p14:nvPr/>
            </p14:nvContentPartPr>
            <p14:xfrm>
              <a:off x="6121600" y="1320240"/>
              <a:ext cx="221760" cy="11160"/>
            </p14:xfrm>
          </p:contentPart>
        </mc:Choice>
        <mc:Fallback xmlns="">
          <p:pic>
            <p:nvPicPr>
              <p:cNvPr id="8" name="Ink 7">
                <a:extLst>
                  <a:ext uri="{FF2B5EF4-FFF2-40B4-BE49-F238E27FC236}">
                    <a16:creationId xmlns:a16="http://schemas.microsoft.com/office/drawing/2014/main" id="{B7690ABD-F6C6-61A1-2528-F6E93D1ED361}"/>
                  </a:ext>
                </a:extLst>
              </p:cNvPr>
              <p:cNvPicPr/>
              <p:nvPr/>
            </p:nvPicPr>
            <p:blipFill>
              <a:blip r:embed="rId10"/>
              <a:stretch>
                <a:fillRect/>
              </a:stretch>
            </p:blipFill>
            <p:spPr>
              <a:xfrm>
                <a:off x="6067960" y="1212600"/>
                <a:ext cx="3294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2409EBE1-2115-C239-9AC8-8AC7092F13C9}"/>
                  </a:ext>
                </a:extLst>
              </p14:cNvPr>
              <p14:cNvContentPartPr/>
              <p14:nvPr/>
            </p14:nvContentPartPr>
            <p14:xfrm>
              <a:off x="6110800" y="1249320"/>
              <a:ext cx="153000" cy="77040"/>
            </p14:xfrm>
          </p:contentPart>
        </mc:Choice>
        <mc:Fallback xmlns="">
          <p:pic>
            <p:nvPicPr>
              <p:cNvPr id="9" name="Ink 8">
                <a:extLst>
                  <a:ext uri="{FF2B5EF4-FFF2-40B4-BE49-F238E27FC236}">
                    <a16:creationId xmlns:a16="http://schemas.microsoft.com/office/drawing/2014/main" id="{2409EBE1-2115-C239-9AC8-8AC7092F13C9}"/>
                  </a:ext>
                </a:extLst>
              </p:cNvPr>
              <p:cNvPicPr/>
              <p:nvPr/>
            </p:nvPicPr>
            <p:blipFill>
              <a:blip r:embed="rId12"/>
              <a:stretch>
                <a:fillRect/>
              </a:stretch>
            </p:blipFill>
            <p:spPr>
              <a:xfrm>
                <a:off x="6057160" y="1141320"/>
                <a:ext cx="2606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8ADACA1B-70A3-2CFD-084A-62E4C508EA0E}"/>
                  </a:ext>
                </a:extLst>
              </p14:cNvPr>
              <p14:cNvContentPartPr/>
              <p14:nvPr/>
            </p14:nvContentPartPr>
            <p14:xfrm>
              <a:off x="5974360" y="1381440"/>
              <a:ext cx="339120" cy="46440"/>
            </p14:xfrm>
          </p:contentPart>
        </mc:Choice>
        <mc:Fallback xmlns="">
          <p:pic>
            <p:nvPicPr>
              <p:cNvPr id="10" name="Ink 9">
                <a:extLst>
                  <a:ext uri="{FF2B5EF4-FFF2-40B4-BE49-F238E27FC236}">
                    <a16:creationId xmlns:a16="http://schemas.microsoft.com/office/drawing/2014/main" id="{8ADACA1B-70A3-2CFD-084A-62E4C508EA0E}"/>
                  </a:ext>
                </a:extLst>
              </p:cNvPr>
              <p:cNvPicPr/>
              <p:nvPr/>
            </p:nvPicPr>
            <p:blipFill>
              <a:blip r:embed="rId14"/>
              <a:stretch>
                <a:fillRect/>
              </a:stretch>
            </p:blipFill>
            <p:spPr>
              <a:xfrm>
                <a:off x="5920360" y="1273440"/>
                <a:ext cx="44676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25C6FF87-757C-1437-91DF-1DCF8A5D44B2}"/>
                  </a:ext>
                </a:extLst>
              </p14:cNvPr>
              <p14:cNvContentPartPr/>
              <p14:nvPr/>
            </p14:nvContentPartPr>
            <p14:xfrm>
              <a:off x="2189320" y="1264800"/>
              <a:ext cx="360" cy="360"/>
            </p14:xfrm>
          </p:contentPart>
        </mc:Choice>
        <mc:Fallback xmlns="">
          <p:pic>
            <p:nvPicPr>
              <p:cNvPr id="11" name="Ink 10">
                <a:extLst>
                  <a:ext uri="{FF2B5EF4-FFF2-40B4-BE49-F238E27FC236}">
                    <a16:creationId xmlns:a16="http://schemas.microsoft.com/office/drawing/2014/main" id="{25C6FF87-757C-1437-91DF-1DCF8A5D44B2}"/>
                  </a:ext>
                </a:extLst>
              </p:cNvPr>
              <p:cNvPicPr/>
              <p:nvPr/>
            </p:nvPicPr>
            <p:blipFill>
              <a:blip r:embed="rId16"/>
              <a:stretch>
                <a:fillRect/>
              </a:stretch>
            </p:blipFill>
            <p:spPr>
              <a:xfrm>
                <a:off x="2135680" y="11571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E4DB5540-12B3-0B49-BBCC-8314242A15C9}"/>
                  </a:ext>
                </a:extLst>
              </p14:cNvPr>
              <p14:cNvContentPartPr/>
              <p14:nvPr/>
            </p14:nvContentPartPr>
            <p14:xfrm>
              <a:off x="5581960" y="2380800"/>
              <a:ext cx="979920" cy="582840"/>
            </p14:xfrm>
          </p:contentPart>
        </mc:Choice>
        <mc:Fallback xmlns="">
          <p:pic>
            <p:nvPicPr>
              <p:cNvPr id="12" name="Ink 11">
                <a:extLst>
                  <a:ext uri="{FF2B5EF4-FFF2-40B4-BE49-F238E27FC236}">
                    <a16:creationId xmlns:a16="http://schemas.microsoft.com/office/drawing/2014/main" id="{E4DB5540-12B3-0B49-BBCC-8314242A15C9}"/>
                  </a:ext>
                </a:extLst>
              </p:cNvPr>
              <p:cNvPicPr/>
              <p:nvPr/>
            </p:nvPicPr>
            <p:blipFill>
              <a:blip r:embed="rId18"/>
              <a:stretch>
                <a:fillRect/>
              </a:stretch>
            </p:blipFill>
            <p:spPr>
              <a:xfrm>
                <a:off x="5518960" y="2318160"/>
                <a:ext cx="1105560" cy="708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DDDCA639-ED55-CBB8-0A51-31FB122A1C61}"/>
                  </a:ext>
                </a:extLst>
              </p14:cNvPr>
              <p14:cNvContentPartPr/>
              <p14:nvPr/>
            </p14:nvContentPartPr>
            <p14:xfrm>
              <a:off x="5759440" y="497640"/>
              <a:ext cx="595800" cy="915120"/>
            </p14:xfrm>
          </p:contentPart>
        </mc:Choice>
        <mc:Fallback xmlns="">
          <p:pic>
            <p:nvPicPr>
              <p:cNvPr id="14" name="Ink 13">
                <a:extLst>
                  <a:ext uri="{FF2B5EF4-FFF2-40B4-BE49-F238E27FC236}">
                    <a16:creationId xmlns:a16="http://schemas.microsoft.com/office/drawing/2014/main" id="{DDDCA639-ED55-CBB8-0A51-31FB122A1C61}"/>
                  </a:ext>
                </a:extLst>
              </p:cNvPr>
              <p:cNvPicPr/>
              <p:nvPr/>
            </p:nvPicPr>
            <p:blipFill>
              <a:blip r:embed="rId20"/>
              <a:stretch>
                <a:fillRect/>
              </a:stretch>
            </p:blipFill>
            <p:spPr>
              <a:xfrm>
                <a:off x="5705440" y="390000"/>
                <a:ext cx="703440" cy="1130760"/>
              </a:xfrm>
              <a:prstGeom prst="rect">
                <a:avLst/>
              </a:prstGeom>
            </p:spPr>
          </p:pic>
        </mc:Fallback>
      </mc:AlternateContent>
      <p:grpSp>
        <p:nvGrpSpPr>
          <p:cNvPr id="20" name="Group 19">
            <a:extLst>
              <a:ext uri="{FF2B5EF4-FFF2-40B4-BE49-F238E27FC236}">
                <a16:creationId xmlns:a16="http://schemas.microsoft.com/office/drawing/2014/main" id="{5DC66C0D-12E7-81C3-4E2C-6B8469800437}"/>
              </a:ext>
            </a:extLst>
          </p:cNvPr>
          <p:cNvGrpSpPr/>
          <p:nvPr/>
        </p:nvGrpSpPr>
        <p:grpSpPr>
          <a:xfrm>
            <a:off x="5615800" y="1878600"/>
            <a:ext cx="1414440" cy="1083600"/>
            <a:chOff x="5615800" y="1878600"/>
            <a:chExt cx="1414440" cy="108360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1C8702FE-313E-B868-9527-1D51F4E9F22A}"/>
                    </a:ext>
                  </a:extLst>
                </p14:cNvPr>
                <p14:cNvContentPartPr/>
                <p14:nvPr/>
              </p14:nvContentPartPr>
              <p14:xfrm>
                <a:off x="5944480" y="1878600"/>
                <a:ext cx="686520" cy="879840"/>
              </p14:xfrm>
            </p:contentPart>
          </mc:Choice>
          <mc:Fallback xmlns="">
            <p:pic>
              <p:nvPicPr>
                <p:cNvPr id="16" name="Ink 15">
                  <a:extLst>
                    <a:ext uri="{FF2B5EF4-FFF2-40B4-BE49-F238E27FC236}">
                      <a16:creationId xmlns:a16="http://schemas.microsoft.com/office/drawing/2014/main" id="{1C8702FE-313E-B868-9527-1D51F4E9F22A}"/>
                    </a:ext>
                  </a:extLst>
                </p:cNvPr>
                <p:cNvPicPr/>
                <p:nvPr/>
              </p:nvPicPr>
              <p:blipFill>
                <a:blip r:embed="rId22"/>
                <a:stretch>
                  <a:fillRect/>
                </a:stretch>
              </p:blipFill>
              <p:spPr>
                <a:xfrm>
                  <a:off x="5881480" y="1815960"/>
                  <a:ext cx="812160" cy="1005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810E1686-8C16-60EE-B57F-75CFC22C0BC3}"/>
                    </a:ext>
                  </a:extLst>
                </p14:cNvPr>
                <p14:cNvContentPartPr/>
                <p14:nvPr/>
              </p14:nvContentPartPr>
              <p14:xfrm>
                <a:off x="6136360" y="2782560"/>
                <a:ext cx="893880" cy="138600"/>
              </p14:xfrm>
            </p:contentPart>
          </mc:Choice>
          <mc:Fallback xmlns="">
            <p:pic>
              <p:nvPicPr>
                <p:cNvPr id="17" name="Ink 16">
                  <a:extLst>
                    <a:ext uri="{FF2B5EF4-FFF2-40B4-BE49-F238E27FC236}">
                      <a16:creationId xmlns:a16="http://schemas.microsoft.com/office/drawing/2014/main" id="{810E1686-8C16-60EE-B57F-75CFC22C0BC3}"/>
                    </a:ext>
                  </a:extLst>
                </p:cNvPr>
                <p:cNvPicPr/>
                <p:nvPr/>
              </p:nvPicPr>
              <p:blipFill>
                <a:blip r:embed="rId24"/>
                <a:stretch>
                  <a:fillRect/>
                </a:stretch>
              </p:blipFill>
              <p:spPr>
                <a:xfrm>
                  <a:off x="6073720" y="2719920"/>
                  <a:ext cx="10195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CCD38465-7F67-A278-CC2E-BDA979F1A901}"/>
                    </a:ext>
                  </a:extLst>
                </p14:cNvPr>
                <p14:cNvContentPartPr/>
                <p14:nvPr/>
              </p14:nvContentPartPr>
              <p14:xfrm>
                <a:off x="5615800" y="2794080"/>
                <a:ext cx="586800" cy="168120"/>
              </p14:xfrm>
            </p:contentPart>
          </mc:Choice>
          <mc:Fallback xmlns="">
            <p:pic>
              <p:nvPicPr>
                <p:cNvPr id="19" name="Ink 18">
                  <a:extLst>
                    <a:ext uri="{FF2B5EF4-FFF2-40B4-BE49-F238E27FC236}">
                      <a16:creationId xmlns:a16="http://schemas.microsoft.com/office/drawing/2014/main" id="{CCD38465-7F67-A278-CC2E-BDA979F1A901}"/>
                    </a:ext>
                  </a:extLst>
                </p:cNvPr>
                <p:cNvPicPr/>
                <p:nvPr/>
              </p:nvPicPr>
              <p:blipFill>
                <a:blip r:embed="rId26"/>
                <a:stretch>
                  <a:fillRect/>
                </a:stretch>
              </p:blipFill>
              <p:spPr>
                <a:xfrm>
                  <a:off x="5553160" y="2731080"/>
                  <a:ext cx="712440" cy="29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FBBDECB1-E154-30C4-7108-AC86C88BC064}"/>
                  </a:ext>
                </a:extLst>
              </p14:cNvPr>
              <p14:cNvContentPartPr/>
              <p14:nvPr/>
            </p14:nvContentPartPr>
            <p14:xfrm>
              <a:off x="5471080" y="1163280"/>
              <a:ext cx="635400" cy="335520"/>
            </p14:xfrm>
          </p:contentPart>
        </mc:Choice>
        <mc:Fallback xmlns="">
          <p:pic>
            <p:nvPicPr>
              <p:cNvPr id="22" name="Ink 21">
                <a:extLst>
                  <a:ext uri="{FF2B5EF4-FFF2-40B4-BE49-F238E27FC236}">
                    <a16:creationId xmlns:a16="http://schemas.microsoft.com/office/drawing/2014/main" id="{FBBDECB1-E154-30C4-7108-AC86C88BC064}"/>
                  </a:ext>
                </a:extLst>
              </p:cNvPr>
              <p:cNvPicPr/>
              <p:nvPr/>
            </p:nvPicPr>
            <p:blipFill>
              <a:blip r:embed="rId28"/>
              <a:stretch>
                <a:fillRect/>
              </a:stretch>
            </p:blipFill>
            <p:spPr>
              <a:xfrm>
                <a:off x="5408080" y="1100280"/>
                <a:ext cx="76104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719370D0-0C0A-B7C7-4C32-EF6F435D7C62}"/>
                  </a:ext>
                </a:extLst>
              </p14:cNvPr>
              <p14:cNvContentPartPr/>
              <p14:nvPr/>
            </p14:nvContentPartPr>
            <p14:xfrm>
              <a:off x="2941000" y="2123400"/>
              <a:ext cx="360" cy="360"/>
            </p14:xfrm>
          </p:contentPart>
        </mc:Choice>
        <mc:Fallback xmlns="">
          <p:pic>
            <p:nvPicPr>
              <p:cNvPr id="24" name="Ink 23">
                <a:extLst>
                  <a:ext uri="{FF2B5EF4-FFF2-40B4-BE49-F238E27FC236}">
                    <a16:creationId xmlns:a16="http://schemas.microsoft.com/office/drawing/2014/main" id="{719370D0-0C0A-B7C7-4C32-EF6F435D7C62}"/>
                  </a:ext>
                </a:extLst>
              </p:cNvPr>
              <p:cNvPicPr/>
              <p:nvPr/>
            </p:nvPicPr>
            <p:blipFill>
              <a:blip r:embed="rId30"/>
              <a:stretch>
                <a:fillRect/>
              </a:stretch>
            </p:blipFill>
            <p:spPr>
              <a:xfrm>
                <a:off x="2932360" y="21144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7646ABDC-0B01-F227-BC61-9DC47ABE84DF}"/>
                  </a:ext>
                </a:extLst>
              </p14:cNvPr>
              <p14:cNvContentPartPr/>
              <p14:nvPr/>
            </p14:nvContentPartPr>
            <p14:xfrm>
              <a:off x="6121240" y="1564320"/>
              <a:ext cx="295200" cy="41040"/>
            </p14:xfrm>
          </p:contentPart>
        </mc:Choice>
        <mc:Fallback xmlns="">
          <p:pic>
            <p:nvPicPr>
              <p:cNvPr id="29" name="Ink 28">
                <a:extLst>
                  <a:ext uri="{FF2B5EF4-FFF2-40B4-BE49-F238E27FC236}">
                    <a16:creationId xmlns:a16="http://schemas.microsoft.com/office/drawing/2014/main" id="{7646ABDC-0B01-F227-BC61-9DC47ABE84DF}"/>
                  </a:ext>
                </a:extLst>
              </p:cNvPr>
              <p:cNvPicPr/>
              <p:nvPr/>
            </p:nvPicPr>
            <p:blipFill>
              <a:blip r:embed="rId32"/>
              <a:stretch>
                <a:fillRect/>
              </a:stretch>
            </p:blipFill>
            <p:spPr>
              <a:xfrm>
                <a:off x="6112240" y="1555680"/>
                <a:ext cx="3128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Ink 29">
                <a:extLst>
                  <a:ext uri="{FF2B5EF4-FFF2-40B4-BE49-F238E27FC236}">
                    <a16:creationId xmlns:a16="http://schemas.microsoft.com/office/drawing/2014/main" id="{D6B604F3-BBB4-F709-D2C3-3964EE0E9C69}"/>
                  </a:ext>
                </a:extLst>
              </p14:cNvPr>
              <p14:cNvContentPartPr/>
              <p14:nvPr/>
            </p14:nvContentPartPr>
            <p14:xfrm>
              <a:off x="6212680" y="1594920"/>
              <a:ext cx="50400" cy="207360"/>
            </p14:xfrm>
          </p:contentPart>
        </mc:Choice>
        <mc:Fallback xmlns="">
          <p:pic>
            <p:nvPicPr>
              <p:cNvPr id="30" name="Ink 29">
                <a:extLst>
                  <a:ext uri="{FF2B5EF4-FFF2-40B4-BE49-F238E27FC236}">
                    <a16:creationId xmlns:a16="http://schemas.microsoft.com/office/drawing/2014/main" id="{D6B604F3-BBB4-F709-D2C3-3964EE0E9C69}"/>
                  </a:ext>
                </a:extLst>
              </p:cNvPr>
              <p:cNvPicPr/>
              <p:nvPr/>
            </p:nvPicPr>
            <p:blipFill>
              <a:blip r:embed="rId34"/>
              <a:stretch>
                <a:fillRect/>
              </a:stretch>
            </p:blipFill>
            <p:spPr>
              <a:xfrm>
                <a:off x="6204040" y="1585920"/>
                <a:ext cx="680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1" name="Ink 30">
                <a:extLst>
                  <a:ext uri="{FF2B5EF4-FFF2-40B4-BE49-F238E27FC236}">
                    <a16:creationId xmlns:a16="http://schemas.microsoft.com/office/drawing/2014/main" id="{21145B44-B536-8AB3-D3D5-F5BAAE9F8B6A}"/>
                  </a:ext>
                </a:extLst>
              </p14:cNvPr>
              <p14:cNvContentPartPr/>
              <p14:nvPr/>
            </p14:nvContentPartPr>
            <p14:xfrm>
              <a:off x="6161920" y="1742160"/>
              <a:ext cx="157320" cy="56160"/>
            </p14:xfrm>
          </p:contentPart>
        </mc:Choice>
        <mc:Fallback xmlns="">
          <p:pic>
            <p:nvPicPr>
              <p:cNvPr id="31" name="Ink 30">
                <a:extLst>
                  <a:ext uri="{FF2B5EF4-FFF2-40B4-BE49-F238E27FC236}">
                    <a16:creationId xmlns:a16="http://schemas.microsoft.com/office/drawing/2014/main" id="{21145B44-B536-8AB3-D3D5-F5BAAE9F8B6A}"/>
                  </a:ext>
                </a:extLst>
              </p:cNvPr>
              <p:cNvPicPr/>
              <p:nvPr/>
            </p:nvPicPr>
            <p:blipFill>
              <a:blip r:embed="rId36"/>
              <a:stretch>
                <a:fillRect/>
              </a:stretch>
            </p:blipFill>
            <p:spPr>
              <a:xfrm>
                <a:off x="6152920" y="1733520"/>
                <a:ext cx="1749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 name="Ink 31">
                <a:extLst>
                  <a:ext uri="{FF2B5EF4-FFF2-40B4-BE49-F238E27FC236}">
                    <a16:creationId xmlns:a16="http://schemas.microsoft.com/office/drawing/2014/main" id="{526078AC-BA88-B838-BEC8-072B0703011D}"/>
                  </a:ext>
                </a:extLst>
              </p14:cNvPr>
              <p14:cNvContentPartPr/>
              <p14:nvPr/>
            </p14:nvContentPartPr>
            <p14:xfrm>
              <a:off x="6129520" y="1575480"/>
              <a:ext cx="140760" cy="213120"/>
            </p14:xfrm>
          </p:contentPart>
        </mc:Choice>
        <mc:Fallback xmlns="">
          <p:pic>
            <p:nvPicPr>
              <p:cNvPr id="32" name="Ink 31">
                <a:extLst>
                  <a:ext uri="{FF2B5EF4-FFF2-40B4-BE49-F238E27FC236}">
                    <a16:creationId xmlns:a16="http://schemas.microsoft.com/office/drawing/2014/main" id="{526078AC-BA88-B838-BEC8-072B0703011D}"/>
                  </a:ext>
                </a:extLst>
              </p:cNvPr>
              <p:cNvPicPr/>
              <p:nvPr/>
            </p:nvPicPr>
            <p:blipFill>
              <a:blip r:embed="rId38"/>
              <a:stretch>
                <a:fillRect/>
              </a:stretch>
            </p:blipFill>
            <p:spPr>
              <a:xfrm>
                <a:off x="6120880" y="1566480"/>
                <a:ext cx="15840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4" name="Ink 33">
                <a:extLst>
                  <a:ext uri="{FF2B5EF4-FFF2-40B4-BE49-F238E27FC236}">
                    <a16:creationId xmlns:a16="http://schemas.microsoft.com/office/drawing/2014/main" id="{0D997C7E-495D-098B-6CA8-2048F3F9BDCE}"/>
                  </a:ext>
                </a:extLst>
              </p14:cNvPr>
              <p14:cNvContentPartPr/>
              <p14:nvPr/>
            </p14:nvContentPartPr>
            <p14:xfrm>
              <a:off x="6248320" y="1716960"/>
              <a:ext cx="360" cy="360"/>
            </p14:xfrm>
          </p:contentPart>
        </mc:Choice>
        <mc:Fallback xmlns="">
          <p:pic>
            <p:nvPicPr>
              <p:cNvPr id="34" name="Ink 33">
                <a:extLst>
                  <a:ext uri="{FF2B5EF4-FFF2-40B4-BE49-F238E27FC236}">
                    <a16:creationId xmlns:a16="http://schemas.microsoft.com/office/drawing/2014/main" id="{0D997C7E-495D-098B-6CA8-2048F3F9BDCE}"/>
                  </a:ext>
                </a:extLst>
              </p:cNvPr>
              <p:cNvPicPr/>
              <p:nvPr/>
            </p:nvPicPr>
            <p:blipFill>
              <a:blip r:embed="rId30"/>
              <a:stretch>
                <a:fillRect/>
              </a:stretch>
            </p:blipFill>
            <p:spPr>
              <a:xfrm>
                <a:off x="6239320" y="17079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58296502-26C9-12C9-052A-6AB27FC931FB}"/>
                  </a:ext>
                </a:extLst>
              </p14:cNvPr>
              <p14:cNvContentPartPr/>
              <p14:nvPr/>
            </p14:nvContentPartPr>
            <p14:xfrm>
              <a:off x="6132040" y="1508160"/>
              <a:ext cx="128520" cy="330120"/>
            </p14:xfrm>
          </p:contentPart>
        </mc:Choice>
        <mc:Fallback xmlns="">
          <p:pic>
            <p:nvPicPr>
              <p:cNvPr id="35" name="Ink 34">
                <a:extLst>
                  <a:ext uri="{FF2B5EF4-FFF2-40B4-BE49-F238E27FC236}">
                    <a16:creationId xmlns:a16="http://schemas.microsoft.com/office/drawing/2014/main" id="{58296502-26C9-12C9-052A-6AB27FC931FB}"/>
                  </a:ext>
                </a:extLst>
              </p:cNvPr>
              <p:cNvPicPr/>
              <p:nvPr/>
            </p:nvPicPr>
            <p:blipFill>
              <a:blip r:embed="rId41"/>
              <a:stretch>
                <a:fillRect/>
              </a:stretch>
            </p:blipFill>
            <p:spPr>
              <a:xfrm>
                <a:off x="6123040" y="1499160"/>
                <a:ext cx="14616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1" name="Ink 40">
                <a:extLst>
                  <a:ext uri="{FF2B5EF4-FFF2-40B4-BE49-F238E27FC236}">
                    <a16:creationId xmlns:a16="http://schemas.microsoft.com/office/drawing/2014/main" id="{A6E177F2-5FB5-BAA5-527D-43A4DD6C4022}"/>
                  </a:ext>
                </a:extLst>
              </p14:cNvPr>
              <p14:cNvContentPartPr/>
              <p14:nvPr/>
            </p14:nvContentPartPr>
            <p14:xfrm>
              <a:off x="6314200" y="1574760"/>
              <a:ext cx="97560" cy="289800"/>
            </p14:xfrm>
          </p:contentPart>
        </mc:Choice>
        <mc:Fallback xmlns="">
          <p:pic>
            <p:nvPicPr>
              <p:cNvPr id="41" name="Ink 40">
                <a:extLst>
                  <a:ext uri="{FF2B5EF4-FFF2-40B4-BE49-F238E27FC236}">
                    <a16:creationId xmlns:a16="http://schemas.microsoft.com/office/drawing/2014/main" id="{A6E177F2-5FB5-BAA5-527D-43A4DD6C4022}"/>
                  </a:ext>
                </a:extLst>
              </p:cNvPr>
              <p:cNvPicPr/>
              <p:nvPr/>
            </p:nvPicPr>
            <p:blipFill>
              <a:blip r:embed="rId43"/>
              <a:stretch>
                <a:fillRect/>
              </a:stretch>
            </p:blipFill>
            <p:spPr>
              <a:xfrm>
                <a:off x="6251560" y="1511760"/>
                <a:ext cx="223200" cy="415440"/>
              </a:xfrm>
              <a:prstGeom prst="rect">
                <a:avLst/>
              </a:prstGeom>
            </p:spPr>
          </p:pic>
        </mc:Fallback>
      </mc:AlternateContent>
      <p:grpSp>
        <p:nvGrpSpPr>
          <p:cNvPr id="46" name="Group 45">
            <a:extLst>
              <a:ext uri="{FF2B5EF4-FFF2-40B4-BE49-F238E27FC236}">
                <a16:creationId xmlns:a16="http://schemas.microsoft.com/office/drawing/2014/main" id="{B0B09528-B2C1-CAF4-409B-CB18CF1E9578}"/>
              </a:ext>
            </a:extLst>
          </p:cNvPr>
          <p:cNvGrpSpPr/>
          <p:nvPr/>
        </p:nvGrpSpPr>
        <p:grpSpPr>
          <a:xfrm>
            <a:off x="6196480" y="1528320"/>
            <a:ext cx="149400" cy="297720"/>
            <a:chOff x="6196480" y="1528320"/>
            <a:chExt cx="149400" cy="297720"/>
          </a:xfrm>
        </p:grpSpPr>
        <mc:AlternateContent xmlns:mc="http://schemas.openxmlformats.org/markup-compatibility/2006" xmlns:p14="http://schemas.microsoft.com/office/powerpoint/2010/main">
          <mc:Choice Requires="p14">
            <p:contentPart p14:bwMode="auto" r:id="rId44">
              <p14:nvContentPartPr>
                <p14:cNvPr id="43" name="Ink 42">
                  <a:extLst>
                    <a:ext uri="{FF2B5EF4-FFF2-40B4-BE49-F238E27FC236}">
                      <a16:creationId xmlns:a16="http://schemas.microsoft.com/office/drawing/2014/main" id="{CEE78F79-D31F-B9EE-100C-8E217F5B2A14}"/>
                    </a:ext>
                  </a:extLst>
                </p14:cNvPr>
                <p14:cNvContentPartPr/>
                <p14:nvPr/>
              </p14:nvContentPartPr>
              <p14:xfrm>
                <a:off x="6302680" y="1711200"/>
                <a:ext cx="37440" cy="112680"/>
              </p14:xfrm>
            </p:contentPart>
          </mc:Choice>
          <mc:Fallback xmlns="">
            <p:pic>
              <p:nvPicPr>
                <p:cNvPr id="43" name="Ink 42">
                  <a:extLst>
                    <a:ext uri="{FF2B5EF4-FFF2-40B4-BE49-F238E27FC236}">
                      <a16:creationId xmlns:a16="http://schemas.microsoft.com/office/drawing/2014/main" id="{CEE78F79-D31F-B9EE-100C-8E217F5B2A14}"/>
                    </a:ext>
                  </a:extLst>
                </p:cNvPr>
                <p:cNvPicPr/>
                <p:nvPr/>
              </p:nvPicPr>
              <p:blipFill>
                <a:blip r:embed="rId45"/>
                <a:stretch>
                  <a:fillRect/>
                </a:stretch>
              </p:blipFill>
              <p:spPr>
                <a:xfrm>
                  <a:off x="6239680" y="1648200"/>
                  <a:ext cx="1630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2C6BF06E-B232-C695-0152-33CB279D2911}"/>
                    </a:ext>
                  </a:extLst>
                </p14:cNvPr>
                <p14:cNvContentPartPr/>
                <p14:nvPr/>
              </p14:nvContentPartPr>
              <p14:xfrm>
                <a:off x="6196480" y="1716960"/>
                <a:ext cx="97560" cy="88200"/>
              </p14:xfrm>
            </p:contentPart>
          </mc:Choice>
          <mc:Fallback xmlns="">
            <p:pic>
              <p:nvPicPr>
                <p:cNvPr id="36" name="Ink 35">
                  <a:extLst>
                    <a:ext uri="{FF2B5EF4-FFF2-40B4-BE49-F238E27FC236}">
                      <a16:creationId xmlns:a16="http://schemas.microsoft.com/office/drawing/2014/main" id="{2C6BF06E-B232-C695-0152-33CB279D2911}"/>
                    </a:ext>
                  </a:extLst>
                </p:cNvPr>
                <p:cNvPicPr/>
                <p:nvPr/>
              </p:nvPicPr>
              <p:blipFill>
                <a:blip r:embed="rId47"/>
                <a:stretch>
                  <a:fillRect/>
                </a:stretch>
              </p:blipFill>
              <p:spPr>
                <a:xfrm>
                  <a:off x="6187480" y="1707960"/>
                  <a:ext cx="1152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B4797ADF-C98E-0C62-577C-3D6866B57D62}"/>
                    </a:ext>
                  </a:extLst>
                </p14:cNvPr>
                <p14:cNvContentPartPr/>
                <p14:nvPr/>
              </p14:nvContentPartPr>
              <p14:xfrm>
                <a:off x="6283600" y="1528320"/>
                <a:ext cx="62280" cy="297720"/>
              </p14:xfrm>
            </p:contentPart>
          </mc:Choice>
          <mc:Fallback xmlns="">
            <p:pic>
              <p:nvPicPr>
                <p:cNvPr id="37" name="Ink 36">
                  <a:extLst>
                    <a:ext uri="{FF2B5EF4-FFF2-40B4-BE49-F238E27FC236}">
                      <a16:creationId xmlns:a16="http://schemas.microsoft.com/office/drawing/2014/main" id="{B4797ADF-C98E-0C62-577C-3D6866B57D62}"/>
                    </a:ext>
                  </a:extLst>
                </p:cNvPr>
                <p:cNvPicPr/>
                <p:nvPr/>
              </p:nvPicPr>
              <p:blipFill>
                <a:blip r:embed="rId49"/>
                <a:stretch>
                  <a:fillRect/>
                </a:stretch>
              </p:blipFill>
              <p:spPr>
                <a:xfrm>
                  <a:off x="6274600" y="1519320"/>
                  <a:ext cx="7992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DA2C08AD-AA18-CCC8-68D8-1D76D00178AB}"/>
                    </a:ext>
                  </a:extLst>
                </p14:cNvPr>
                <p14:cNvContentPartPr/>
                <p14:nvPr/>
              </p14:nvContentPartPr>
              <p14:xfrm>
                <a:off x="6197560" y="1620480"/>
                <a:ext cx="360" cy="360"/>
              </p14:xfrm>
            </p:contentPart>
          </mc:Choice>
          <mc:Fallback xmlns="">
            <p:pic>
              <p:nvPicPr>
                <p:cNvPr id="39" name="Ink 38">
                  <a:extLst>
                    <a:ext uri="{FF2B5EF4-FFF2-40B4-BE49-F238E27FC236}">
                      <a16:creationId xmlns:a16="http://schemas.microsoft.com/office/drawing/2014/main" id="{DA2C08AD-AA18-CCC8-68D8-1D76D00178AB}"/>
                    </a:ext>
                  </a:extLst>
                </p:cNvPr>
                <p:cNvPicPr/>
                <p:nvPr/>
              </p:nvPicPr>
              <p:blipFill>
                <a:blip r:embed="rId30"/>
                <a:stretch>
                  <a:fillRect/>
                </a:stretch>
              </p:blipFill>
              <p:spPr>
                <a:xfrm>
                  <a:off x="6188560" y="1611480"/>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44" name="Ink 43">
                <a:extLst>
                  <a:ext uri="{FF2B5EF4-FFF2-40B4-BE49-F238E27FC236}">
                    <a16:creationId xmlns:a16="http://schemas.microsoft.com/office/drawing/2014/main" id="{9A042862-18C4-6170-D425-C4549301675F}"/>
                  </a:ext>
                </a:extLst>
              </p14:cNvPr>
              <p14:cNvContentPartPr/>
              <p14:nvPr/>
            </p14:nvContentPartPr>
            <p14:xfrm>
              <a:off x="5917480" y="883560"/>
              <a:ext cx="567000" cy="818640"/>
            </p14:xfrm>
          </p:contentPart>
        </mc:Choice>
        <mc:Fallback xmlns="">
          <p:pic>
            <p:nvPicPr>
              <p:cNvPr id="44" name="Ink 43">
                <a:extLst>
                  <a:ext uri="{FF2B5EF4-FFF2-40B4-BE49-F238E27FC236}">
                    <a16:creationId xmlns:a16="http://schemas.microsoft.com/office/drawing/2014/main" id="{9A042862-18C4-6170-D425-C4549301675F}"/>
                  </a:ext>
                </a:extLst>
              </p:cNvPr>
              <p:cNvPicPr/>
              <p:nvPr/>
            </p:nvPicPr>
            <p:blipFill>
              <a:blip r:embed="rId52"/>
              <a:stretch>
                <a:fillRect/>
              </a:stretch>
            </p:blipFill>
            <p:spPr>
              <a:xfrm>
                <a:off x="5854480" y="820560"/>
                <a:ext cx="692640" cy="944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7" name="Ink 46">
                <a:extLst>
                  <a:ext uri="{FF2B5EF4-FFF2-40B4-BE49-F238E27FC236}">
                    <a16:creationId xmlns:a16="http://schemas.microsoft.com/office/drawing/2014/main" id="{8340F030-5033-17E5-5CD9-E2B0527B6EC2}"/>
                  </a:ext>
                </a:extLst>
              </p14:cNvPr>
              <p14:cNvContentPartPr/>
              <p14:nvPr/>
            </p14:nvContentPartPr>
            <p14:xfrm>
              <a:off x="5963560" y="741600"/>
              <a:ext cx="479160" cy="112320"/>
            </p14:xfrm>
          </p:contentPart>
        </mc:Choice>
        <mc:Fallback xmlns="">
          <p:pic>
            <p:nvPicPr>
              <p:cNvPr id="47" name="Ink 46">
                <a:extLst>
                  <a:ext uri="{FF2B5EF4-FFF2-40B4-BE49-F238E27FC236}">
                    <a16:creationId xmlns:a16="http://schemas.microsoft.com/office/drawing/2014/main" id="{8340F030-5033-17E5-5CD9-E2B0527B6EC2}"/>
                  </a:ext>
                </a:extLst>
              </p:cNvPr>
              <p:cNvPicPr/>
              <p:nvPr/>
            </p:nvPicPr>
            <p:blipFill>
              <a:blip r:embed="rId54"/>
              <a:stretch>
                <a:fillRect/>
              </a:stretch>
            </p:blipFill>
            <p:spPr>
              <a:xfrm>
                <a:off x="5900560" y="678600"/>
                <a:ext cx="6048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8" name="Ink 47">
                <a:extLst>
                  <a:ext uri="{FF2B5EF4-FFF2-40B4-BE49-F238E27FC236}">
                    <a16:creationId xmlns:a16="http://schemas.microsoft.com/office/drawing/2014/main" id="{BDB87451-DC77-6B37-0785-C6003DDFA6B7}"/>
                  </a:ext>
                </a:extLst>
              </p14:cNvPr>
              <p14:cNvContentPartPr/>
              <p14:nvPr/>
            </p14:nvContentPartPr>
            <p14:xfrm>
              <a:off x="518880" y="6733860"/>
              <a:ext cx="3350520" cy="155520"/>
            </p14:xfrm>
          </p:contentPart>
        </mc:Choice>
        <mc:Fallback xmlns="">
          <p:pic>
            <p:nvPicPr>
              <p:cNvPr id="48" name="Ink 47">
                <a:extLst>
                  <a:ext uri="{FF2B5EF4-FFF2-40B4-BE49-F238E27FC236}">
                    <a16:creationId xmlns:a16="http://schemas.microsoft.com/office/drawing/2014/main" id="{BDB87451-DC77-6B37-0785-C6003DDFA6B7}"/>
                  </a:ext>
                </a:extLst>
              </p:cNvPr>
              <p:cNvPicPr/>
              <p:nvPr/>
            </p:nvPicPr>
            <p:blipFill>
              <a:blip r:embed="rId56"/>
              <a:stretch>
                <a:fillRect/>
              </a:stretch>
            </p:blipFill>
            <p:spPr>
              <a:xfrm>
                <a:off x="455880" y="6671220"/>
                <a:ext cx="34761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0" name="Ink 49">
                <a:extLst>
                  <a:ext uri="{FF2B5EF4-FFF2-40B4-BE49-F238E27FC236}">
                    <a16:creationId xmlns:a16="http://schemas.microsoft.com/office/drawing/2014/main" id="{E3ECD1DC-1476-951C-1C34-4AD38FA40DE5}"/>
                  </a:ext>
                </a:extLst>
              </p14:cNvPr>
              <p14:cNvContentPartPr/>
              <p14:nvPr/>
            </p14:nvContentPartPr>
            <p14:xfrm>
              <a:off x="3230400" y="6773100"/>
              <a:ext cx="4247280" cy="185400"/>
            </p14:xfrm>
          </p:contentPart>
        </mc:Choice>
        <mc:Fallback xmlns="">
          <p:pic>
            <p:nvPicPr>
              <p:cNvPr id="50" name="Ink 49">
                <a:extLst>
                  <a:ext uri="{FF2B5EF4-FFF2-40B4-BE49-F238E27FC236}">
                    <a16:creationId xmlns:a16="http://schemas.microsoft.com/office/drawing/2014/main" id="{E3ECD1DC-1476-951C-1C34-4AD38FA40DE5}"/>
                  </a:ext>
                </a:extLst>
              </p:cNvPr>
              <p:cNvPicPr/>
              <p:nvPr/>
            </p:nvPicPr>
            <p:blipFill>
              <a:blip r:embed="rId58"/>
              <a:stretch>
                <a:fillRect/>
              </a:stretch>
            </p:blipFill>
            <p:spPr>
              <a:xfrm>
                <a:off x="3167760" y="6710100"/>
                <a:ext cx="43729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5EADACED-4A8F-DDAD-FD91-00471D081004}"/>
                  </a:ext>
                </a:extLst>
              </p14:cNvPr>
              <p14:cNvContentPartPr/>
              <p14:nvPr/>
            </p14:nvContentPartPr>
            <p14:xfrm>
              <a:off x="777000" y="10324800"/>
              <a:ext cx="6508440" cy="720"/>
            </p14:xfrm>
          </p:contentPart>
        </mc:Choice>
        <mc:Fallback xmlns="">
          <p:pic>
            <p:nvPicPr>
              <p:cNvPr id="52" name="Ink 51">
                <a:extLst>
                  <a:ext uri="{FF2B5EF4-FFF2-40B4-BE49-F238E27FC236}">
                    <a16:creationId xmlns:a16="http://schemas.microsoft.com/office/drawing/2014/main" id="{5EADACED-4A8F-DDAD-FD91-00471D081004}"/>
                  </a:ext>
                </a:extLst>
              </p:cNvPr>
              <p:cNvPicPr/>
              <p:nvPr/>
            </p:nvPicPr>
            <p:blipFill>
              <a:blip r:embed="rId60"/>
              <a:stretch>
                <a:fillRect/>
              </a:stretch>
            </p:blipFill>
            <p:spPr>
              <a:xfrm>
                <a:off x="714000" y="10198800"/>
                <a:ext cx="66340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3" name="Ink 52">
                <a:extLst>
                  <a:ext uri="{FF2B5EF4-FFF2-40B4-BE49-F238E27FC236}">
                    <a16:creationId xmlns:a16="http://schemas.microsoft.com/office/drawing/2014/main" id="{60C49AA5-C442-BF42-7893-F922C62A9590}"/>
                  </a:ext>
                </a:extLst>
              </p14:cNvPr>
              <p14:cNvContentPartPr/>
              <p14:nvPr/>
            </p14:nvContentPartPr>
            <p14:xfrm>
              <a:off x="6849840" y="8745120"/>
              <a:ext cx="383040" cy="1604160"/>
            </p14:xfrm>
          </p:contentPart>
        </mc:Choice>
        <mc:Fallback xmlns="">
          <p:pic>
            <p:nvPicPr>
              <p:cNvPr id="53" name="Ink 52">
                <a:extLst>
                  <a:ext uri="{FF2B5EF4-FFF2-40B4-BE49-F238E27FC236}">
                    <a16:creationId xmlns:a16="http://schemas.microsoft.com/office/drawing/2014/main" id="{60C49AA5-C442-BF42-7893-F922C62A9590}"/>
                  </a:ext>
                </a:extLst>
              </p:cNvPr>
              <p:cNvPicPr/>
              <p:nvPr/>
            </p:nvPicPr>
            <p:blipFill>
              <a:blip r:embed="rId62"/>
              <a:stretch>
                <a:fillRect/>
              </a:stretch>
            </p:blipFill>
            <p:spPr>
              <a:xfrm>
                <a:off x="6787200" y="8682480"/>
                <a:ext cx="508680" cy="1729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4" name="Ink 53">
                <a:extLst>
                  <a:ext uri="{FF2B5EF4-FFF2-40B4-BE49-F238E27FC236}">
                    <a16:creationId xmlns:a16="http://schemas.microsoft.com/office/drawing/2014/main" id="{05D37749-AF1D-9730-4C49-92AEEBA89432}"/>
                  </a:ext>
                </a:extLst>
              </p14:cNvPr>
              <p14:cNvContentPartPr/>
              <p14:nvPr/>
            </p14:nvContentPartPr>
            <p14:xfrm>
              <a:off x="456960" y="8838720"/>
              <a:ext cx="343440" cy="24480"/>
            </p14:xfrm>
          </p:contentPart>
        </mc:Choice>
        <mc:Fallback xmlns="">
          <p:pic>
            <p:nvPicPr>
              <p:cNvPr id="54" name="Ink 53">
                <a:extLst>
                  <a:ext uri="{FF2B5EF4-FFF2-40B4-BE49-F238E27FC236}">
                    <a16:creationId xmlns:a16="http://schemas.microsoft.com/office/drawing/2014/main" id="{05D37749-AF1D-9730-4C49-92AEEBA89432}"/>
                  </a:ext>
                </a:extLst>
              </p:cNvPr>
              <p:cNvPicPr/>
              <p:nvPr/>
            </p:nvPicPr>
            <p:blipFill>
              <a:blip r:embed="rId64"/>
              <a:stretch>
                <a:fillRect/>
              </a:stretch>
            </p:blipFill>
            <p:spPr>
              <a:xfrm>
                <a:off x="393960" y="8775720"/>
                <a:ext cx="4690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7F08A551-9610-36D7-2DDF-0BAFE14A35F3}"/>
                  </a:ext>
                </a:extLst>
              </p14:cNvPr>
              <p14:cNvContentPartPr/>
              <p14:nvPr/>
            </p14:nvContentPartPr>
            <p14:xfrm>
              <a:off x="402960" y="6880680"/>
              <a:ext cx="46800" cy="916200"/>
            </p14:xfrm>
          </p:contentPart>
        </mc:Choice>
        <mc:Fallback xmlns="">
          <p:pic>
            <p:nvPicPr>
              <p:cNvPr id="55" name="Ink 54">
                <a:extLst>
                  <a:ext uri="{FF2B5EF4-FFF2-40B4-BE49-F238E27FC236}">
                    <a16:creationId xmlns:a16="http://schemas.microsoft.com/office/drawing/2014/main" id="{7F08A551-9610-36D7-2DDF-0BAFE14A35F3}"/>
                  </a:ext>
                </a:extLst>
              </p:cNvPr>
              <p:cNvPicPr/>
              <p:nvPr/>
            </p:nvPicPr>
            <p:blipFill>
              <a:blip r:embed="rId66"/>
              <a:stretch>
                <a:fillRect/>
              </a:stretch>
            </p:blipFill>
            <p:spPr>
              <a:xfrm>
                <a:off x="340320" y="6818040"/>
                <a:ext cx="172440" cy="10418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7" name="Ink 56">
                <a:extLst>
                  <a:ext uri="{FF2B5EF4-FFF2-40B4-BE49-F238E27FC236}">
                    <a16:creationId xmlns:a16="http://schemas.microsoft.com/office/drawing/2014/main" id="{A17E30CA-F463-2847-3C1C-7B204BE51DB1}"/>
                  </a:ext>
                </a:extLst>
              </p14:cNvPr>
              <p14:cNvContentPartPr/>
              <p14:nvPr/>
            </p14:nvContentPartPr>
            <p14:xfrm>
              <a:off x="479640" y="8915040"/>
              <a:ext cx="720" cy="1478880"/>
            </p14:xfrm>
          </p:contentPart>
        </mc:Choice>
        <mc:Fallback xmlns="">
          <p:pic>
            <p:nvPicPr>
              <p:cNvPr id="57" name="Ink 56">
                <a:extLst>
                  <a:ext uri="{FF2B5EF4-FFF2-40B4-BE49-F238E27FC236}">
                    <a16:creationId xmlns:a16="http://schemas.microsoft.com/office/drawing/2014/main" id="{A17E30CA-F463-2847-3C1C-7B204BE51DB1}"/>
                  </a:ext>
                </a:extLst>
              </p:cNvPr>
              <p:cNvPicPr/>
              <p:nvPr/>
            </p:nvPicPr>
            <p:blipFill>
              <a:blip r:embed="rId68"/>
              <a:stretch>
                <a:fillRect/>
              </a:stretch>
            </p:blipFill>
            <p:spPr>
              <a:xfrm>
                <a:off x="354360" y="8852400"/>
                <a:ext cx="252000" cy="1604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9" name="Ink 58">
                <a:extLst>
                  <a:ext uri="{FF2B5EF4-FFF2-40B4-BE49-F238E27FC236}">
                    <a16:creationId xmlns:a16="http://schemas.microsoft.com/office/drawing/2014/main" id="{FEF19E6E-1CEC-492E-BFC9-E4C7427040A6}"/>
                  </a:ext>
                </a:extLst>
              </p14:cNvPr>
              <p14:cNvContentPartPr/>
              <p14:nvPr/>
            </p14:nvContentPartPr>
            <p14:xfrm>
              <a:off x="517800" y="6757200"/>
              <a:ext cx="720" cy="2204280"/>
            </p14:xfrm>
          </p:contentPart>
        </mc:Choice>
        <mc:Fallback xmlns="">
          <p:pic>
            <p:nvPicPr>
              <p:cNvPr id="59" name="Ink 58">
                <a:extLst>
                  <a:ext uri="{FF2B5EF4-FFF2-40B4-BE49-F238E27FC236}">
                    <a16:creationId xmlns:a16="http://schemas.microsoft.com/office/drawing/2014/main" id="{FEF19E6E-1CEC-492E-BFC9-E4C7427040A6}"/>
                  </a:ext>
                </a:extLst>
              </p:cNvPr>
              <p:cNvPicPr/>
              <p:nvPr/>
            </p:nvPicPr>
            <p:blipFill>
              <a:blip r:embed="rId70"/>
              <a:stretch>
                <a:fillRect/>
              </a:stretch>
            </p:blipFill>
            <p:spPr>
              <a:xfrm>
                <a:off x="391800" y="6694200"/>
                <a:ext cx="252000" cy="2329920"/>
              </a:xfrm>
              <a:prstGeom prst="rect">
                <a:avLst/>
              </a:prstGeom>
            </p:spPr>
          </p:pic>
        </mc:Fallback>
      </mc:AlternateContent>
      <p:grpSp>
        <p:nvGrpSpPr>
          <p:cNvPr id="66" name="Group 65">
            <a:extLst>
              <a:ext uri="{FF2B5EF4-FFF2-40B4-BE49-F238E27FC236}">
                <a16:creationId xmlns:a16="http://schemas.microsoft.com/office/drawing/2014/main" id="{AEEA2AB5-19F6-5262-013D-0679E091D2FA}"/>
              </a:ext>
            </a:extLst>
          </p:cNvPr>
          <p:cNvGrpSpPr/>
          <p:nvPr/>
        </p:nvGrpSpPr>
        <p:grpSpPr>
          <a:xfrm>
            <a:off x="6729240" y="6926400"/>
            <a:ext cx="632520" cy="176040"/>
            <a:chOff x="6729240" y="6926400"/>
            <a:chExt cx="632520" cy="176040"/>
          </a:xfrm>
        </p:grpSpPr>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9B44ABCC-29B9-6223-8302-6F77AEF892F4}"/>
                    </a:ext>
                  </a:extLst>
                </p14:cNvPr>
                <p14:cNvContentPartPr/>
                <p14:nvPr/>
              </p14:nvContentPartPr>
              <p14:xfrm>
                <a:off x="6735720" y="6937200"/>
                <a:ext cx="522720" cy="165240"/>
              </p14:xfrm>
            </p:contentPart>
          </mc:Choice>
          <mc:Fallback xmlns="">
            <p:pic>
              <p:nvPicPr>
                <p:cNvPr id="62" name="Ink 61">
                  <a:extLst>
                    <a:ext uri="{FF2B5EF4-FFF2-40B4-BE49-F238E27FC236}">
                      <a16:creationId xmlns:a16="http://schemas.microsoft.com/office/drawing/2014/main" id="{9B44ABCC-29B9-6223-8302-6F77AEF892F4}"/>
                    </a:ext>
                  </a:extLst>
                </p:cNvPr>
                <p:cNvPicPr/>
                <p:nvPr/>
              </p:nvPicPr>
              <p:blipFill>
                <a:blip r:embed="rId72"/>
                <a:stretch>
                  <a:fillRect/>
                </a:stretch>
              </p:blipFill>
              <p:spPr>
                <a:xfrm>
                  <a:off x="6672720" y="6874200"/>
                  <a:ext cx="6483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3" name="Ink 62">
                  <a:extLst>
                    <a:ext uri="{FF2B5EF4-FFF2-40B4-BE49-F238E27FC236}">
                      <a16:creationId xmlns:a16="http://schemas.microsoft.com/office/drawing/2014/main" id="{40358753-EDD4-575C-90E3-189A1DC38477}"/>
                    </a:ext>
                  </a:extLst>
                </p14:cNvPr>
                <p14:cNvContentPartPr/>
                <p14:nvPr/>
              </p14:nvContentPartPr>
              <p14:xfrm>
                <a:off x="7262040" y="6926400"/>
                <a:ext cx="99720" cy="360"/>
              </p14:xfrm>
            </p:contentPart>
          </mc:Choice>
          <mc:Fallback xmlns="">
            <p:pic>
              <p:nvPicPr>
                <p:cNvPr id="63" name="Ink 62">
                  <a:extLst>
                    <a:ext uri="{FF2B5EF4-FFF2-40B4-BE49-F238E27FC236}">
                      <a16:creationId xmlns:a16="http://schemas.microsoft.com/office/drawing/2014/main" id="{40358753-EDD4-575C-90E3-189A1DC38477}"/>
                    </a:ext>
                  </a:extLst>
                </p:cNvPr>
                <p:cNvPicPr/>
                <p:nvPr/>
              </p:nvPicPr>
              <p:blipFill>
                <a:blip r:embed="rId74"/>
                <a:stretch>
                  <a:fillRect/>
                </a:stretch>
              </p:blipFill>
              <p:spPr>
                <a:xfrm>
                  <a:off x="7199040" y="6863760"/>
                  <a:ext cx="225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5" name="Ink 64">
                  <a:extLst>
                    <a:ext uri="{FF2B5EF4-FFF2-40B4-BE49-F238E27FC236}">
                      <a16:creationId xmlns:a16="http://schemas.microsoft.com/office/drawing/2014/main" id="{B4743FEB-FCFF-3D26-756B-BCFAC57AEE3B}"/>
                    </a:ext>
                  </a:extLst>
                </p14:cNvPr>
                <p14:cNvContentPartPr/>
                <p14:nvPr/>
              </p14:nvContentPartPr>
              <p14:xfrm>
                <a:off x="6729240" y="7077240"/>
                <a:ext cx="502200" cy="1800"/>
              </p14:xfrm>
            </p:contentPart>
          </mc:Choice>
          <mc:Fallback xmlns="">
            <p:pic>
              <p:nvPicPr>
                <p:cNvPr id="65" name="Ink 64">
                  <a:extLst>
                    <a:ext uri="{FF2B5EF4-FFF2-40B4-BE49-F238E27FC236}">
                      <a16:creationId xmlns:a16="http://schemas.microsoft.com/office/drawing/2014/main" id="{B4743FEB-FCFF-3D26-756B-BCFAC57AEE3B}"/>
                    </a:ext>
                  </a:extLst>
                </p:cNvPr>
                <p:cNvPicPr/>
                <p:nvPr/>
              </p:nvPicPr>
              <p:blipFill>
                <a:blip r:embed="rId76"/>
                <a:stretch>
                  <a:fillRect/>
                </a:stretch>
              </p:blipFill>
              <p:spPr>
                <a:xfrm>
                  <a:off x="6666600" y="7014600"/>
                  <a:ext cx="627840" cy="12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7">
            <p14:nvContentPartPr>
              <p14:cNvPr id="71" name="Ink 70">
                <a:extLst>
                  <a:ext uri="{FF2B5EF4-FFF2-40B4-BE49-F238E27FC236}">
                    <a16:creationId xmlns:a16="http://schemas.microsoft.com/office/drawing/2014/main" id="{93D3C11C-47D7-4C44-D7B5-9AE4A665E984}"/>
                  </a:ext>
                </a:extLst>
              </p14:cNvPr>
              <p14:cNvContentPartPr/>
              <p14:nvPr/>
            </p14:nvContentPartPr>
            <p14:xfrm>
              <a:off x="7124520" y="7169760"/>
              <a:ext cx="720" cy="1571040"/>
            </p14:xfrm>
          </p:contentPart>
        </mc:Choice>
        <mc:Fallback xmlns="">
          <p:pic>
            <p:nvPicPr>
              <p:cNvPr id="71" name="Ink 70">
                <a:extLst>
                  <a:ext uri="{FF2B5EF4-FFF2-40B4-BE49-F238E27FC236}">
                    <a16:creationId xmlns:a16="http://schemas.microsoft.com/office/drawing/2014/main" id="{93D3C11C-47D7-4C44-D7B5-9AE4A665E984}"/>
                  </a:ext>
                </a:extLst>
              </p:cNvPr>
              <p:cNvPicPr/>
              <p:nvPr/>
            </p:nvPicPr>
            <p:blipFill>
              <a:blip r:embed="rId78"/>
              <a:stretch>
                <a:fillRect/>
              </a:stretch>
            </p:blipFill>
            <p:spPr>
              <a:xfrm>
                <a:off x="6998520" y="7107120"/>
                <a:ext cx="252000" cy="1696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2" name="Ink 71">
                <a:extLst>
                  <a:ext uri="{FF2B5EF4-FFF2-40B4-BE49-F238E27FC236}">
                    <a16:creationId xmlns:a16="http://schemas.microsoft.com/office/drawing/2014/main" id="{C2746FFE-1989-ED62-8C5B-37CB0E054A93}"/>
                  </a:ext>
                </a:extLst>
              </p14:cNvPr>
              <p14:cNvContentPartPr/>
              <p14:nvPr/>
            </p14:nvContentPartPr>
            <p14:xfrm>
              <a:off x="6720960" y="9006840"/>
              <a:ext cx="360" cy="360"/>
            </p14:xfrm>
          </p:contentPart>
        </mc:Choice>
        <mc:Fallback xmlns="">
          <p:pic>
            <p:nvPicPr>
              <p:cNvPr id="72" name="Ink 71">
                <a:extLst>
                  <a:ext uri="{FF2B5EF4-FFF2-40B4-BE49-F238E27FC236}">
                    <a16:creationId xmlns:a16="http://schemas.microsoft.com/office/drawing/2014/main" id="{C2746FFE-1989-ED62-8C5B-37CB0E054A93}"/>
                  </a:ext>
                </a:extLst>
              </p:cNvPr>
              <p:cNvPicPr/>
              <p:nvPr/>
            </p:nvPicPr>
            <p:blipFill>
              <a:blip r:embed="rId80"/>
              <a:stretch>
                <a:fillRect/>
              </a:stretch>
            </p:blipFill>
            <p:spPr>
              <a:xfrm>
                <a:off x="6657960" y="89442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3" name="Ink 72">
                <a:extLst>
                  <a:ext uri="{FF2B5EF4-FFF2-40B4-BE49-F238E27FC236}">
                    <a16:creationId xmlns:a16="http://schemas.microsoft.com/office/drawing/2014/main" id="{9825F535-897F-A156-11EB-F70F02A45391}"/>
                  </a:ext>
                </a:extLst>
              </p14:cNvPr>
              <p14:cNvContentPartPr/>
              <p14:nvPr/>
            </p14:nvContentPartPr>
            <p14:xfrm>
              <a:off x="5981880" y="9326880"/>
              <a:ext cx="360" cy="360"/>
            </p14:xfrm>
          </p:contentPart>
        </mc:Choice>
        <mc:Fallback xmlns="">
          <p:pic>
            <p:nvPicPr>
              <p:cNvPr id="73" name="Ink 72">
                <a:extLst>
                  <a:ext uri="{FF2B5EF4-FFF2-40B4-BE49-F238E27FC236}">
                    <a16:creationId xmlns:a16="http://schemas.microsoft.com/office/drawing/2014/main" id="{9825F535-897F-A156-11EB-F70F02A45391}"/>
                  </a:ext>
                </a:extLst>
              </p:cNvPr>
              <p:cNvPicPr/>
              <p:nvPr/>
            </p:nvPicPr>
            <p:blipFill>
              <a:blip r:embed="rId80"/>
              <a:stretch>
                <a:fillRect/>
              </a:stretch>
            </p:blipFill>
            <p:spPr>
              <a:xfrm>
                <a:off x="5918880" y="92642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4" name="Ink 73">
                <a:extLst>
                  <a:ext uri="{FF2B5EF4-FFF2-40B4-BE49-F238E27FC236}">
                    <a16:creationId xmlns:a16="http://schemas.microsoft.com/office/drawing/2014/main" id="{0D843487-40D4-00AE-FE43-584FE9FEB589}"/>
                  </a:ext>
                </a:extLst>
              </p14:cNvPr>
              <p14:cNvContentPartPr/>
              <p14:nvPr/>
            </p14:nvContentPartPr>
            <p14:xfrm>
              <a:off x="120000" y="792000"/>
              <a:ext cx="645840" cy="168480"/>
            </p14:xfrm>
          </p:contentPart>
        </mc:Choice>
        <mc:Fallback xmlns="">
          <p:pic>
            <p:nvPicPr>
              <p:cNvPr id="74" name="Ink 73">
                <a:extLst>
                  <a:ext uri="{FF2B5EF4-FFF2-40B4-BE49-F238E27FC236}">
                    <a16:creationId xmlns:a16="http://schemas.microsoft.com/office/drawing/2014/main" id="{0D843487-40D4-00AE-FE43-584FE9FEB589}"/>
                  </a:ext>
                </a:extLst>
              </p:cNvPr>
              <p:cNvPicPr/>
              <p:nvPr/>
            </p:nvPicPr>
            <p:blipFill>
              <a:blip r:embed="rId83"/>
              <a:stretch>
                <a:fillRect/>
              </a:stretch>
            </p:blipFill>
            <p:spPr>
              <a:xfrm>
                <a:off x="57360" y="729360"/>
                <a:ext cx="771480" cy="294120"/>
              </a:xfrm>
              <a:prstGeom prst="rect">
                <a:avLst/>
              </a:prstGeom>
            </p:spPr>
          </p:pic>
        </mc:Fallback>
      </mc:AlternateContent>
    </p:spTree>
    <p:extLst>
      <p:ext uri="{BB962C8B-B14F-4D97-AF65-F5344CB8AC3E}">
        <p14:creationId xmlns:p14="http://schemas.microsoft.com/office/powerpoint/2010/main" val="856140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B3178-8F39-F5BC-01E4-D81B384A3501}"/>
              </a:ext>
            </a:extLst>
          </p:cNvPr>
          <p:cNvSpPr>
            <a:spLocks noGrp="1"/>
          </p:cNvSpPr>
          <p:nvPr>
            <p:ph idx="1"/>
          </p:nvPr>
        </p:nvSpPr>
        <p:spPr>
          <a:xfrm>
            <a:off x="522514" y="457200"/>
            <a:ext cx="6545523" cy="9178577"/>
          </a:xfrm>
        </p:spPr>
        <p:txBody>
          <a:bodyPr>
            <a:normAutofit/>
          </a:bodyPr>
          <a:lstStyle/>
          <a:p>
            <a:pPr marL="0" indent="0">
              <a:buNone/>
            </a:pPr>
            <a:r>
              <a:rPr lang="en-US" sz="1600" b="1" u="sng" dirty="0">
                <a:latin typeface="+mj-lt"/>
              </a:rPr>
              <a:t>DISSCUSION :</a:t>
            </a:r>
          </a:p>
          <a:p>
            <a:pPr marL="0" indent="0">
              <a:buNone/>
            </a:pPr>
            <a:r>
              <a:rPr lang="en-US" sz="1600" dirty="0"/>
              <a:t>The 2-bit register organization was implemented using registers, multiplexers, a decoder, and an ALU. Control signals were used to select source and destination registers. Data was transferred through buses to the ALU, where operations were performed and results were stored back in the selected register. The simulation confirmed correct operation of all components.</a:t>
            </a:r>
          </a:p>
          <a:p>
            <a:pPr marL="0" indent="0">
              <a:buNone/>
            </a:pPr>
            <a:r>
              <a:rPr lang="en-US" sz="1600" b="1" u="sng" dirty="0">
                <a:latin typeface="+mj-lt"/>
              </a:rPr>
              <a:t>CONCLUSION :</a:t>
            </a:r>
          </a:p>
          <a:p>
            <a:pPr marL="0" indent="0">
              <a:buNone/>
            </a:pPr>
            <a:r>
              <a:rPr lang="en-US" sz="1600" dirty="0"/>
              <a:t>The implementation of the 2-bit register organization was completed successfully. All components, including the register set, decoder, multiplexers, and ALU, functioned correctly according to the design. The control signals effectively managed the selection and operation processes. This project enhanced the understanding of internal CPU data movement and control logic. It demonstrated how registers interact through buses and how the ALU performs operations based on the control word. Overall, the project fulfilled its objective of simulating a working CPU register organization using basic digital design principles.</a:t>
            </a:r>
            <a:endParaRPr lang="en-US" sz="1600" b="1" u="sng" dirty="0">
              <a:latin typeface="+mj-lt"/>
            </a:endParaRPr>
          </a:p>
        </p:txBody>
      </p:sp>
    </p:spTree>
    <p:extLst>
      <p:ext uri="{BB962C8B-B14F-4D97-AF65-F5344CB8AC3E}">
        <p14:creationId xmlns:p14="http://schemas.microsoft.com/office/powerpoint/2010/main" val="3511169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56</TotalTime>
  <Words>499</Words>
  <Application>Microsoft Office PowerPoint</Application>
  <PresentationFormat>Custom</PresentationFormat>
  <Paragraphs>155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Narrow</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2</cp:revision>
  <dcterms:created xsi:type="dcterms:W3CDTF">2025-06-16T13:20:53Z</dcterms:created>
  <dcterms:modified xsi:type="dcterms:W3CDTF">2025-06-19T01:00:06Z</dcterms:modified>
</cp:coreProperties>
</file>