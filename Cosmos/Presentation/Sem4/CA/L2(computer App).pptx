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7589838" cy="106981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0" d="100"/>
          <a:sy n="40" d="100"/>
        </p:scale>
        <p:origin x="1886"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2:00.541"/>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3:40:52.224"/>
    </inkml:context>
    <inkml:brush xml:id="br0">
      <inkml:brushProperty name="width" value="0.35" units="cm"/>
      <inkml:brushProperty name="height" value="0.35" units="cm"/>
      <inkml:brushProperty name="color" value="#FFFFFF"/>
    </inkml:brush>
  </inkml:definitions>
  <inkml:trace contextRef="#ctx0" brushRef="#br0">852 197 24575,'-41'2'0,"0"2"0,0 2 0,-51 15 0,47-10 0,0-2 0,-58 3 0,84-10 0,1 0 0,-1 1 0,1 0 0,0 2 0,0 0 0,1 1 0,-21 10 0,19-10 0,0-1 0,-1-1 0,-38 4 0,85-14 0,-1-2 0,0 0 0,38-19 0,38-11 0,87-3 0,-121 29 0,71-21 0,-47 2 0,163-43 0,-184 58 0,0 3 0,1 4 0,82-1 0,948 13 0,-1095-3 0,0 0 0,0 1 0,-1 0 0,1 0 0,0 1 0,-1-1 0,0 1 0,1 1 0,6 3 0,-11-5 0,-1 0 0,1-1 0,-1 1 0,0 0 0,1 0 0,-1 1 0,0-1 0,0 0 0,0 0 0,0 1 0,0-1 0,0 0 0,0 1 0,0-1 0,-1 1 0,1-1 0,0 1 0,-1-1 0,0 1 0,1 0 0,-1-1 0,0 1 0,0 0 0,1-1 0,-1 1 0,-1 0 0,1-1 0,0 1 0,0 0 0,-1-1 0,1 1 0,0-1 0,-1 1 0,0-1 0,1 1 0,-1-1 0,0 1 0,0-1 0,0 1 0,0-1 0,0 0 0,-2 2 0,0 1 0,0 0 0,-1 0 0,0-1 0,1 0 0,-1 1 0,0-1 0,0-1 0,-1 1 0,1-1 0,-1 1 0,1-1 0,-6 1 0,-63 15 0,26-9 0,-246 74 0,254-70 0,-42 19 0,47-18 0,-70 20 0,68-24 0,-50 21 0,13-4 0,-18 6 0,52-18 0,0-1 0,-1-2 0,-44 7 0,45-11 0,0 2 0,1 2 0,0 1 0,-50 26 0,48-22 0,29-12 0,-1 0 0,0 0 0,0-2 0,0 1 0,0-1 0,0-1 0,-24 1 0,36-3 0,0 0 0,0 0 0,0 0 0,0 0 0,-1 0 0,1 0 0,0 0 0,0 0 0,0 0 0,0 0 0,-1 0 0,1 0 0,0 0 0,0 0 0,0 0 0,0 0 0,-1 0 0,1 0 0,0 0 0,0 0 0,0 0 0,0 0 0,0 0 0,-1 0 0,1-1 0,0 1 0,0 0 0,0 0 0,0 0 0,0 0 0,0 0 0,0-1 0,0 1 0,-1 0 0,1 0 0,0 0 0,0 0 0,0 0 0,0-1 0,0 1 0,0 0 0,0 0 0,0-1 0,6-6 0,13-6 0,9 0 0,1 1 0,0 2 0,0 0 0,1 2 0,0 2 0,56-6 0,192 6 0,-208 7 0,984 2 0,-1163 3 0,0 5 0,-149 34 0,87-13 0,98-19 0,-58 10 0,-185 10 0,121-18 0,-12 0 0,111-10 0,-1 5 0,-127 28 0,160-24 0,0-2 0,0-3 0,-66 0 0,102-7 0,0 1 0,0 2 0,1 0 0,-44 16 0,-33 6 0,51-15 0,34-7 0,-1-1 0,1 0 0,-29 1 0,48-5 0,-1 0 0,1 0 0,-1 0 0,0 1 0,1-1 0,-1 0 0,0 0 0,1 0 0,-1-1 0,0 1 0,1 0 0,-1 0 0,0 0 0,1 0 0,-1-1 0,1 1 0,-1 0 0,1 0 0,-1-1 0,0 1 0,1-1 0,-1 1 0,1 0 0,-1-1 0,0 0 0,9-11 0,30-13 0,574-250-164,-322 164-493,409-102 0,-517 177 1027,2 8-1,1 9 1,269 4-1,-31 17-369,-421-2 0,43 3 0,-25 5 0,-19-8 0,-1 0 0,0 1 0,0-1 0,1 0 0,-1 1 0,0-1 0,1 0 0,-1 1 0,0-1 0,0 1 0,0-1 0,0 0 0,1 1 0,-1-1 0,0 1 0,0-1 0,0 1 0,0-1 0,0 0 0,0 1 0,0-1 0,0 1 0,0-1 0,0 1 0,0-1 0,0 1 0,-1-1 0,1 0 0,0 1 0,0-1 0,0 1 0,-1-1 0,1 0 0,0 1 0,-1 0 0,-11 13 0,-2-1 0,1 0 0,-2 0 0,0-2 0,-27 18 0,40-28 0,-37 25 0,0 1 0,-1-2 0,-77 36 0,-17-11 0,-168 39 0,-145 10 0,229-54 0,3-13 0,152-26 0,0 3 0,0 3 0,-63 21 0,80-16 0,-1-2 0,0-2 0,-1-2 0,-97 9 0,365-11 0,-76-1 0,1280 6-948,-1091-15 850,534-61 294,-457 21-132,499 14 722,-903 27-786,39 4 0,-45-4 0,1 0 0,0 0 0,0 0 0,-1 0 0,1 1 0,0-1 0,0 0 0,-1 1 0,1-1 0,0 0 0,0 1 0,-1-1 0,1 1 0,-1-1 0,1 1 0,0-1 0,-1 1 0,1-1 0,-1 1 0,1 0 0,-1-1 0,0 1 0,1 0 0,-1-1 0,1 1 0,-1 0 0,0 0 0,0-1 0,0 1 0,1 0 0,-1 0 0,0 0 0,0-1 0,0 1 0,0 0 0,0 0 0,0 0 0,0-1 0,-1 1 0,1 0 0,0 0 0,0-1 0,-1 1 0,1 0 0,0 0 0,-1 0 0,-4 7 0,0-1 0,0-1 0,0 1 0,-1-1 0,0 0 0,0 0 0,-1 0 0,1-1 0,-13 7 0,-76 39 0,79-43 0,-50 22 0,-97 31 0,-77 8 0,215-62 0,-542 112 36,-9-39-168,503-70 84,-413 38-312,-587-18 1,549-33-143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1:16.105"/>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1:28.038"/>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1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1:49.198"/>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1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1:49.240"/>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1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1:49.754"/>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1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1:25.529"/>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1:26.414"/>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0 1,'0'0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1:26.635"/>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0 1,'0'0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1:50.550"/>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0 1,'0'0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1:51.207"/>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1 1,'0'0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1:51.906"/>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0 1,'0'0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1:52.144"/>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0 1,'0'0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1:53.549"/>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1 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1:53.764"/>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1 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9T13:41:54.910"/>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1 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3:49:52.352"/>
    </inkml:context>
    <inkml:brush xml:id="br0">
      <inkml:brushProperty name="width" value="0.35" units="cm"/>
      <inkml:brushProperty name="height" value="0.35" units="cm"/>
      <inkml:brushProperty name="color" value="#FFFFFF"/>
    </inkml:brush>
  </inkml:definitions>
  <inkml:trace contextRef="#ctx0" brushRef="#br0">793 0 24575,'-793'0'0,"6379"0"-1365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9238" y="1750834"/>
            <a:ext cx="6451362" cy="3724546"/>
          </a:xfrm>
        </p:spPr>
        <p:txBody>
          <a:bodyPr anchor="b"/>
          <a:lstStyle>
            <a:lvl1pPr algn="ctr">
              <a:defRPr sz="4980"/>
            </a:lvl1pPr>
          </a:lstStyle>
          <a:p>
            <a:r>
              <a:rPr lang="en-US"/>
              <a:t>Click to edit Master title style</a:t>
            </a:r>
            <a:endParaRPr lang="en-US" dirty="0"/>
          </a:p>
        </p:txBody>
      </p:sp>
      <p:sp>
        <p:nvSpPr>
          <p:cNvPr id="3" name="Subtitle 2"/>
          <p:cNvSpPr>
            <a:spLocks noGrp="1"/>
          </p:cNvSpPr>
          <p:nvPr>
            <p:ph type="subTitle" idx="1"/>
          </p:nvPr>
        </p:nvSpPr>
        <p:spPr>
          <a:xfrm>
            <a:off x="948730" y="5619013"/>
            <a:ext cx="5692379" cy="2582912"/>
          </a:xfrm>
        </p:spPr>
        <p:txBody>
          <a:bodyPr/>
          <a:lstStyle>
            <a:lvl1pPr marL="0" indent="0" algn="ctr">
              <a:buNone/>
              <a:defRPr sz="1992"/>
            </a:lvl1pPr>
            <a:lvl2pPr marL="379476" indent="0" algn="ctr">
              <a:buNone/>
              <a:defRPr sz="1660"/>
            </a:lvl2pPr>
            <a:lvl3pPr marL="758952" indent="0" algn="ctr">
              <a:buNone/>
              <a:defRPr sz="1494"/>
            </a:lvl3pPr>
            <a:lvl4pPr marL="1138428" indent="0" algn="ctr">
              <a:buNone/>
              <a:defRPr sz="1328"/>
            </a:lvl4pPr>
            <a:lvl5pPr marL="1517904" indent="0" algn="ctr">
              <a:buNone/>
              <a:defRPr sz="1328"/>
            </a:lvl5pPr>
            <a:lvl6pPr marL="1897380" indent="0" algn="ctr">
              <a:buNone/>
              <a:defRPr sz="1328"/>
            </a:lvl6pPr>
            <a:lvl7pPr marL="2276856" indent="0" algn="ctr">
              <a:buNone/>
              <a:defRPr sz="1328"/>
            </a:lvl7pPr>
            <a:lvl8pPr marL="2656332" indent="0" algn="ctr">
              <a:buNone/>
              <a:defRPr sz="1328"/>
            </a:lvl8pPr>
            <a:lvl9pPr marL="3035808" indent="0" algn="ctr">
              <a:buNone/>
              <a:defRPr sz="132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7EC87C5-40EA-4E88-883B-7BEA11B10F3D}"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1D0C38-CD34-41EC-B212-AB9CFDD649C0}" type="slidenum">
              <a:rPr lang="en-US" smtClean="0"/>
              <a:t>‹#›</a:t>
            </a:fld>
            <a:endParaRPr lang="en-US"/>
          </a:p>
        </p:txBody>
      </p:sp>
    </p:spTree>
    <p:extLst>
      <p:ext uri="{BB962C8B-B14F-4D97-AF65-F5344CB8AC3E}">
        <p14:creationId xmlns:p14="http://schemas.microsoft.com/office/powerpoint/2010/main" val="352493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EC87C5-40EA-4E88-883B-7BEA11B10F3D}"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1D0C38-CD34-41EC-B212-AB9CFDD649C0}" type="slidenum">
              <a:rPr lang="en-US" smtClean="0"/>
              <a:t>‹#›</a:t>
            </a:fld>
            <a:endParaRPr lang="en-US"/>
          </a:p>
        </p:txBody>
      </p:sp>
    </p:spTree>
    <p:extLst>
      <p:ext uri="{BB962C8B-B14F-4D97-AF65-F5344CB8AC3E}">
        <p14:creationId xmlns:p14="http://schemas.microsoft.com/office/powerpoint/2010/main" val="2809899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7849" y="2667115"/>
            <a:ext cx="6546235" cy="4450138"/>
          </a:xfrm>
        </p:spPr>
        <p:txBody>
          <a:bodyPr anchor="b"/>
          <a:lstStyle>
            <a:lvl1pPr>
              <a:defRPr sz="4980"/>
            </a:lvl1pPr>
          </a:lstStyle>
          <a:p>
            <a:r>
              <a:rPr lang="en-US"/>
              <a:t>Click to edit Master title style</a:t>
            </a:r>
            <a:endParaRPr lang="en-US" dirty="0"/>
          </a:p>
        </p:txBody>
      </p:sp>
      <p:sp>
        <p:nvSpPr>
          <p:cNvPr id="3" name="Text Placeholder 2"/>
          <p:cNvSpPr>
            <a:spLocks noGrp="1"/>
          </p:cNvSpPr>
          <p:nvPr>
            <p:ph type="body" idx="1"/>
          </p:nvPr>
        </p:nvSpPr>
        <p:spPr>
          <a:xfrm>
            <a:off x="517849" y="7159353"/>
            <a:ext cx="6546235" cy="2340222"/>
          </a:xfrm>
        </p:spPr>
        <p:txBody>
          <a:bodyPr/>
          <a:lstStyle>
            <a:lvl1pPr marL="0" indent="0">
              <a:buNone/>
              <a:defRPr sz="1992">
                <a:solidFill>
                  <a:schemeClr val="tx1"/>
                </a:solidFill>
              </a:defRPr>
            </a:lvl1pPr>
            <a:lvl2pPr marL="379476" indent="0">
              <a:buNone/>
              <a:defRPr sz="1660">
                <a:solidFill>
                  <a:schemeClr val="tx1">
                    <a:tint val="75000"/>
                  </a:schemeClr>
                </a:solidFill>
              </a:defRPr>
            </a:lvl2pPr>
            <a:lvl3pPr marL="758952" indent="0">
              <a:buNone/>
              <a:defRPr sz="1494">
                <a:solidFill>
                  <a:schemeClr val="tx1">
                    <a:tint val="75000"/>
                  </a:schemeClr>
                </a:solidFill>
              </a:defRPr>
            </a:lvl3pPr>
            <a:lvl4pPr marL="1138428" indent="0">
              <a:buNone/>
              <a:defRPr sz="1328">
                <a:solidFill>
                  <a:schemeClr val="tx1">
                    <a:tint val="75000"/>
                  </a:schemeClr>
                </a:solidFill>
              </a:defRPr>
            </a:lvl4pPr>
            <a:lvl5pPr marL="1517904" indent="0">
              <a:buNone/>
              <a:defRPr sz="1328">
                <a:solidFill>
                  <a:schemeClr val="tx1">
                    <a:tint val="75000"/>
                  </a:schemeClr>
                </a:solidFill>
              </a:defRPr>
            </a:lvl5pPr>
            <a:lvl6pPr marL="1897380" indent="0">
              <a:buNone/>
              <a:defRPr sz="1328">
                <a:solidFill>
                  <a:schemeClr val="tx1">
                    <a:tint val="75000"/>
                  </a:schemeClr>
                </a:solidFill>
              </a:defRPr>
            </a:lvl6pPr>
            <a:lvl7pPr marL="2276856" indent="0">
              <a:buNone/>
              <a:defRPr sz="1328">
                <a:solidFill>
                  <a:schemeClr val="tx1">
                    <a:tint val="75000"/>
                  </a:schemeClr>
                </a:solidFill>
              </a:defRPr>
            </a:lvl7pPr>
            <a:lvl8pPr marL="2656332" indent="0">
              <a:buNone/>
              <a:defRPr sz="1328">
                <a:solidFill>
                  <a:schemeClr val="tx1">
                    <a:tint val="75000"/>
                  </a:schemeClr>
                </a:solidFill>
              </a:defRPr>
            </a:lvl8pPr>
            <a:lvl9pPr marL="3035808" indent="0">
              <a:buNone/>
              <a:defRPr sz="132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EC87C5-40EA-4E88-883B-7BEA11B10F3D}"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1D0C38-CD34-41EC-B212-AB9CFDD649C0}" type="slidenum">
              <a:rPr lang="en-US" smtClean="0"/>
              <a:t>‹#›</a:t>
            </a:fld>
            <a:endParaRPr lang="en-US"/>
          </a:p>
        </p:txBody>
      </p:sp>
    </p:spTree>
    <p:extLst>
      <p:ext uri="{BB962C8B-B14F-4D97-AF65-F5344CB8AC3E}">
        <p14:creationId xmlns:p14="http://schemas.microsoft.com/office/powerpoint/2010/main" val="2096947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21801" y="2847891"/>
            <a:ext cx="3225681" cy="67878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42356" y="2847891"/>
            <a:ext cx="3225681" cy="67878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EC87C5-40EA-4E88-883B-7BEA11B10F3D}"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1D0C38-CD34-41EC-B212-AB9CFDD649C0}" type="slidenum">
              <a:rPr lang="en-US" smtClean="0"/>
              <a:t>‹#›</a:t>
            </a:fld>
            <a:endParaRPr lang="en-US"/>
          </a:p>
        </p:txBody>
      </p:sp>
    </p:spTree>
    <p:extLst>
      <p:ext uri="{BB962C8B-B14F-4D97-AF65-F5344CB8AC3E}">
        <p14:creationId xmlns:p14="http://schemas.microsoft.com/office/powerpoint/2010/main" val="1698372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2790" y="569580"/>
            <a:ext cx="6546235" cy="20678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2791" y="2622536"/>
            <a:ext cx="3210857" cy="1285265"/>
          </a:xfrm>
        </p:spPr>
        <p:txBody>
          <a:bodyPr anchor="b"/>
          <a:lstStyle>
            <a:lvl1pPr marL="0" indent="0">
              <a:buNone/>
              <a:defRPr sz="1992" b="1"/>
            </a:lvl1pPr>
            <a:lvl2pPr marL="379476" indent="0">
              <a:buNone/>
              <a:defRPr sz="1660" b="1"/>
            </a:lvl2pPr>
            <a:lvl3pPr marL="758952" indent="0">
              <a:buNone/>
              <a:defRPr sz="1494" b="1"/>
            </a:lvl3pPr>
            <a:lvl4pPr marL="1138428" indent="0">
              <a:buNone/>
              <a:defRPr sz="1328" b="1"/>
            </a:lvl4pPr>
            <a:lvl5pPr marL="1517904" indent="0">
              <a:buNone/>
              <a:defRPr sz="1328" b="1"/>
            </a:lvl5pPr>
            <a:lvl6pPr marL="1897380" indent="0">
              <a:buNone/>
              <a:defRPr sz="1328" b="1"/>
            </a:lvl6pPr>
            <a:lvl7pPr marL="2276856" indent="0">
              <a:buNone/>
              <a:defRPr sz="1328" b="1"/>
            </a:lvl7pPr>
            <a:lvl8pPr marL="2656332" indent="0">
              <a:buNone/>
              <a:defRPr sz="1328" b="1"/>
            </a:lvl8pPr>
            <a:lvl9pPr marL="3035808" indent="0">
              <a:buNone/>
              <a:defRPr sz="1328" b="1"/>
            </a:lvl9pPr>
          </a:lstStyle>
          <a:p>
            <a:pPr lvl="0"/>
            <a:r>
              <a:rPr lang="en-US"/>
              <a:t>Click to edit Master text styles</a:t>
            </a:r>
          </a:p>
        </p:txBody>
      </p:sp>
      <p:sp>
        <p:nvSpPr>
          <p:cNvPr id="4" name="Content Placeholder 3"/>
          <p:cNvSpPr>
            <a:spLocks noGrp="1"/>
          </p:cNvSpPr>
          <p:nvPr>
            <p:ph sz="half" idx="2"/>
          </p:nvPr>
        </p:nvSpPr>
        <p:spPr>
          <a:xfrm>
            <a:off x="522791" y="3907801"/>
            <a:ext cx="3210857" cy="5747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42356" y="2622536"/>
            <a:ext cx="3226670" cy="1285265"/>
          </a:xfrm>
        </p:spPr>
        <p:txBody>
          <a:bodyPr anchor="b"/>
          <a:lstStyle>
            <a:lvl1pPr marL="0" indent="0">
              <a:buNone/>
              <a:defRPr sz="1992" b="1"/>
            </a:lvl1pPr>
            <a:lvl2pPr marL="379476" indent="0">
              <a:buNone/>
              <a:defRPr sz="1660" b="1"/>
            </a:lvl2pPr>
            <a:lvl3pPr marL="758952" indent="0">
              <a:buNone/>
              <a:defRPr sz="1494" b="1"/>
            </a:lvl3pPr>
            <a:lvl4pPr marL="1138428" indent="0">
              <a:buNone/>
              <a:defRPr sz="1328" b="1"/>
            </a:lvl4pPr>
            <a:lvl5pPr marL="1517904" indent="0">
              <a:buNone/>
              <a:defRPr sz="1328" b="1"/>
            </a:lvl5pPr>
            <a:lvl6pPr marL="1897380" indent="0">
              <a:buNone/>
              <a:defRPr sz="1328" b="1"/>
            </a:lvl6pPr>
            <a:lvl7pPr marL="2276856" indent="0">
              <a:buNone/>
              <a:defRPr sz="1328" b="1"/>
            </a:lvl7pPr>
            <a:lvl8pPr marL="2656332" indent="0">
              <a:buNone/>
              <a:defRPr sz="1328" b="1"/>
            </a:lvl8pPr>
            <a:lvl9pPr marL="3035808" indent="0">
              <a:buNone/>
              <a:defRPr sz="1328" b="1"/>
            </a:lvl9pPr>
          </a:lstStyle>
          <a:p>
            <a:pPr lvl="0"/>
            <a:r>
              <a:rPr lang="en-US"/>
              <a:t>Click to edit Master text styles</a:t>
            </a:r>
          </a:p>
        </p:txBody>
      </p:sp>
      <p:sp>
        <p:nvSpPr>
          <p:cNvPr id="6" name="Content Placeholder 5"/>
          <p:cNvSpPr>
            <a:spLocks noGrp="1"/>
          </p:cNvSpPr>
          <p:nvPr>
            <p:ph sz="quarter" idx="4"/>
          </p:nvPr>
        </p:nvSpPr>
        <p:spPr>
          <a:xfrm>
            <a:off x="3842356" y="3907801"/>
            <a:ext cx="3226670" cy="5747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EC87C5-40EA-4E88-883B-7BEA11B10F3D}" type="datetimeFigureOut">
              <a:rPr lang="en-US" smtClean="0"/>
              <a:t>5/22/2025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1D0C38-CD34-41EC-B212-AB9CFDD649C0}" type="slidenum">
              <a:rPr lang="en-US" smtClean="0"/>
              <a:t>‹#›</a:t>
            </a:fld>
            <a:endParaRPr lang="en-US"/>
          </a:p>
        </p:txBody>
      </p:sp>
    </p:spTree>
    <p:extLst>
      <p:ext uri="{BB962C8B-B14F-4D97-AF65-F5344CB8AC3E}">
        <p14:creationId xmlns:p14="http://schemas.microsoft.com/office/powerpoint/2010/main" val="2137498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EC87C5-40EA-4E88-883B-7BEA11B10F3D}" type="datetimeFigureOut">
              <a:rPr lang="en-US" smtClean="0"/>
              <a:t>5/22/2025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1D0C38-CD34-41EC-B212-AB9CFDD649C0}" type="slidenum">
              <a:rPr lang="en-US" smtClean="0"/>
              <a:t>‹#›</a:t>
            </a:fld>
            <a:endParaRPr lang="en-US"/>
          </a:p>
        </p:txBody>
      </p:sp>
    </p:spTree>
    <p:extLst>
      <p:ext uri="{BB962C8B-B14F-4D97-AF65-F5344CB8AC3E}">
        <p14:creationId xmlns:p14="http://schemas.microsoft.com/office/powerpoint/2010/main" val="3555222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EC87C5-40EA-4E88-883B-7BEA11B10F3D}" type="datetimeFigureOut">
              <a:rPr lang="en-US" smtClean="0"/>
              <a:t>5/22/2025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1D0C38-CD34-41EC-B212-AB9CFDD649C0}" type="slidenum">
              <a:rPr lang="en-US" smtClean="0"/>
              <a:t>‹#›</a:t>
            </a:fld>
            <a:endParaRPr lang="en-US"/>
          </a:p>
        </p:txBody>
      </p:sp>
    </p:spTree>
    <p:extLst>
      <p:ext uri="{BB962C8B-B14F-4D97-AF65-F5344CB8AC3E}">
        <p14:creationId xmlns:p14="http://schemas.microsoft.com/office/powerpoint/2010/main" val="2644547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2790" y="713211"/>
            <a:ext cx="2447920" cy="2496238"/>
          </a:xfrm>
        </p:spPr>
        <p:txBody>
          <a:bodyPr anchor="b"/>
          <a:lstStyle>
            <a:lvl1pPr>
              <a:defRPr sz="2656"/>
            </a:lvl1pPr>
          </a:lstStyle>
          <a:p>
            <a:r>
              <a:rPr lang="en-US"/>
              <a:t>Click to edit Master title style</a:t>
            </a:r>
            <a:endParaRPr lang="en-US" dirty="0"/>
          </a:p>
        </p:txBody>
      </p:sp>
      <p:sp>
        <p:nvSpPr>
          <p:cNvPr id="3" name="Content Placeholder 2"/>
          <p:cNvSpPr>
            <a:spLocks noGrp="1"/>
          </p:cNvSpPr>
          <p:nvPr>
            <p:ph idx="1"/>
          </p:nvPr>
        </p:nvSpPr>
        <p:spPr>
          <a:xfrm>
            <a:off x="3226670" y="1540340"/>
            <a:ext cx="3842355" cy="7602630"/>
          </a:xfrm>
        </p:spPr>
        <p:txBody>
          <a:bodyPr/>
          <a:lstStyle>
            <a:lvl1pPr>
              <a:defRPr sz="2656"/>
            </a:lvl1pPr>
            <a:lvl2pPr>
              <a:defRPr sz="2324"/>
            </a:lvl2pPr>
            <a:lvl3pPr>
              <a:defRPr sz="1992"/>
            </a:lvl3pPr>
            <a:lvl4pPr>
              <a:defRPr sz="1660"/>
            </a:lvl4pPr>
            <a:lvl5pPr>
              <a:defRPr sz="1660"/>
            </a:lvl5pPr>
            <a:lvl6pPr>
              <a:defRPr sz="1660"/>
            </a:lvl6pPr>
            <a:lvl7pPr>
              <a:defRPr sz="1660"/>
            </a:lvl7pPr>
            <a:lvl8pPr>
              <a:defRPr sz="1660"/>
            </a:lvl8pPr>
            <a:lvl9pPr>
              <a:defRPr sz="16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2790" y="3209449"/>
            <a:ext cx="2447920" cy="5945901"/>
          </a:xfrm>
        </p:spPr>
        <p:txBody>
          <a:bodyPr/>
          <a:lstStyle>
            <a:lvl1pPr marL="0" indent="0">
              <a:buNone/>
              <a:defRPr sz="1328"/>
            </a:lvl1pPr>
            <a:lvl2pPr marL="379476" indent="0">
              <a:buNone/>
              <a:defRPr sz="1162"/>
            </a:lvl2pPr>
            <a:lvl3pPr marL="758952" indent="0">
              <a:buNone/>
              <a:defRPr sz="996"/>
            </a:lvl3pPr>
            <a:lvl4pPr marL="1138428" indent="0">
              <a:buNone/>
              <a:defRPr sz="830"/>
            </a:lvl4pPr>
            <a:lvl5pPr marL="1517904" indent="0">
              <a:buNone/>
              <a:defRPr sz="830"/>
            </a:lvl5pPr>
            <a:lvl6pPr marL="1897380" indent="0">
              <a:buNone/>
              <a:defRPr sz="830"/>
            </a:lvl6pPr>
            <a:lvl7pPr marL="2276856" indent="0">
              <a:buNone/>
              <a:defRPr sz="830"/>
            </a:lvl7pPr>
            <a:lvl8pPr marL="2656332" indent="0">
              <a:buNone/>
              <a:defRPr sz="830"/>
            </a:lvl8pPr>
            <a:lvl9pPr marL="3035808" indent="0">
              <a:buNone/>
              <a:defRPr sz="830"/>
            </a:lvl9pPr>
          </a:lstStyle>
          <a:p>
            <a:pPr lvl="0"/>
            <a:r>
              <a:rPr lang="en-US"/>
              <a:t>Click to edit Master text styles</a:t>
            </a:r>
          </a:p>
        </p:txBody>
      </p:sp>
      <p:sp>
        <p:nvSpPr>
          <p:cNvPr id="5" name="Date Placeholder 4"/>
          <p:cNvSpPr>
            <a:spLocks noGrp="1"/>
          </p:cNvSpPr>
          <p:nvPr>
            <p:ph type="dt" sz="half" idx="10"/>
          </p:nvPr>
        </p:nvSpPr>
        <p:spPr/>
        <p:txBody>
          <a:bodyPr/>
          <a:lstStyle/>
          <a:p>
            <a:fld id="{27EC87C5-40EA-4E88-883B-7BEA11B10F3D}"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1D0C38-CD34-41EC-B212-AB9CFDD649C0}" type="slidenum">
              <a:rPr lang="en-US" smtClean="0"/>
              <a:t>‹#›</a:t>
            </a:fld>
            <a:endParaRPr lang="en-US"/>
          </a:p>
        </p:txBody>
      </p:sp>
    </p:spTree>
    <p:extLst>
      <p:ext uri="{BB962C8B-B14F-4D97-AF65-F5344CB8AC3E}">
        <p14:creationId xmlns:p14="http://schemas.microsoft.com/office/powerpoint/2010/main" val="3695954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2790" y="713211"/>
            <a:ext cx="2447920" cy="2496238"/>
          </a:xfrm>
        </p:spPr>
        <p:txBody>
          <a:bodyPr anchor="b"/>
          <a:lstStyle>
            <a:lvl1pPr>
              <a:defRPr sz="2656"/>
            </a:lvl1pPr>
          </a:lstStyle>
          <a:p>
            <a:r>
              <a:rPr lang="en-US"/>
              <a:t>Click to edit Master title style</a:t>
            </a:r>
            <a:endParaRPr lang="en-US" dirty="0"/>
          </a:p>
        </p:txBody>
      </p:sp>
      <p:sp>
        <p:nvSpPr>
          <p:cNvPr id="3" name="Picture Placeholder 2"/>
          <p:cNvSpPr>
            <a:spLocks noGrp="1" noChangeAspect="1"/>
          </p:cNvSpPr>
          <p:nvPr>
            <p:ph type="pic" idx="1"/>
          </p:nvPr>
        </p:nvSpPr>
        <p:spPr>
          <a:xfrm>
            <a:off x="3226670" y="1540340"/>
            <a:ext cx="3842355" cy="7602630"/>
          </a:xfrm>
        </p:spPr>
        <p:txBody>
          <a:bodyPr anchor="t"/>
          <a:lstStyle>
            <a:lvl1pPr marL="0" indent="0">
              <a:buNone/>
              <a:defRPr sz="2656"/>
            </a:lvl1pPr>
            <a:lvl2pPr marL="379476" indent="0">
              <a:buNone/>
              <a:defRPr sz="2324"/>
            </a:lvl2pPr>
            <a:lvl3pPr marL="758952" indent="0">
              <a:buNone/>
              <a:defRPr sz="1992"/>
            </a:lvl3pPr>
            <a:lvl4pPr marL="1138428" indent="0">
              <a:buNone/>
              <a:defRPr sz="1660"/>
            </a:lvl4pPr>
            <a:lvl5pPr marL="1517904" indent="0">
              <a:buNone/>
              <a:defRPr sz="1660"/>
            </a:lvl5pPr>
            <a:lvl6pPr marL="1897380" indent="0">
              <a:buNone/>
              <a:defRPr sz="1660"/>
            </a:lvl6pPr>
            <a:lvl7pPr marL="2276856" indent="0">
              <a:buNone/>
              <a:defRPr sz="1660"/>
            </a:lvl7pPr>
            <a:lvl8pPr marL="2656332" indent="0">
              <a:buNone/>
              <a:defRPr sz="1660"/>
            </a:lvl8pPr>
            <a:lvl9pPr marL="3035808" indent="0">
              <a:buNone/>
              <a:defRPr sz="1660"/>
            </a:lvl9pPr>
          </a:lstStyle>
          <a:p>
            <a:r>
              <a:rPr lang="en-US"/>
              <a:t>Click icon to add picture</a:t>
            </a:r>
            <a:endParaRPr lang="en-US" dirty="0"/>
          </a:p>
        </p:txBody>
      </p:sp>
      <p:sp>
        <p:nvSpPr>
          <p:cNvPr id="4" name="Text Placeholder 3"/>
          <p:cNvSpPr>
            <a:spLocks noGrp="1"/>
          </p:cNvSpPr>
          <p:nvPr>
            <p:ph type="body" sz="half" idx="2"/>
          </p:nvPr>
        </p:nvSpPr>
        <p:spPr>
          <a:xfrm>
            <a:off x="522790" y="3209449"/>
            <a:ext cx="2447920" cy="5945901"/>
          </a:xfrm>
        </p:spPr>
        <p:txBody>
          <a:bodyPr/>
          <a:lstStyle>
            <a:lvl1pPr marL="0" indent="0">
              <a:buNone/>
              <a:defRPr sz="1328"/>
            </a:lvl1pPr>
            <a:lvl2pPr marL="379476" indent="0">
              <a:buNone/>
              <a:defRPr sz="1162"/>
            </a:lvl2pPr>
            <a:lvl3pPr marL="758952" indent="0">
              <a:buNone/>
              <a:defRPr sz="996"/>
            </a:lvl3pPr>
            <a:lvl4pPr marL="1138428" indent="0">
              <a:buNone/>
              <a:defRPr sz="830"/>
            </a:lvl4pPr>
            <a:lvl5pPr marL="1517904" indent="0">
              <a:buNone/>
              <a:defRPr sz="830"/>
            </a:lvl5pPr>
            <a:lvl6pPr marL="1897380" indent="0">
              <a:buNone/>
              <a:defRPr sz="830"/>
            </a:lvl6pPr>
            <a:lvl7pPr marL="2276856" indent="0">
              <a:buNone/>
              <a:defRPr sz="830"/>
            </a:lvl7pPr>
            <a:lvl8pPr marL="2656332" indent="0">
              <a:buNone/>
              <a:defRPr sz="830"/>
            </a:lvl8pPr>
            <a:lvl9pPr marL="3035808" indent="0">
              <a:buNone/>
              <a:defRPr sz="830"/>
            </a:lvl9pPr>
          </a:lstStyle>
          <a:p>
            <a:pPr lvl="0"/>
            <a:r>
              <a:rPr lang="en-US"/>
              <a:t>Click to edit Master text styles</a:t>
            </a:r>
          </a:p>
        </p:txBody>
      </p:sp>
      <p:sp>
        <p:nvSpPr>
          <p:cNvPr id="5" name="Date Placeholder 4"/>
          <p:cNvSpPr>
            <a:spLocks noGrp="1"/>
          </p:cNvSpPr>
          <p:nvPr>
            <p:ph type="dt" sz="half" idx="10"/>
          </p:nvPr>
        </p:nvSpPr>
        <p:spPr/>
        <p:txBody>
          <a:bodyPr/>
          <a:lstStyle/>
          <a:p>
            <a:fld id="{27EC87C5-40EA-4E88-883B-7BEA11B10F3D}"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1D0C38-CD34-41EC-B212-AB9CFDD649C0}" type="slidenum">
              <a:rPr lang="en-US" smtClean="0"/>
              <a:t>‹#›</a:t>
            </a:fld>
            <a:endParaRPr lang="en-US"/>
          </a:p>
        </p:txBody>
      </p:sp>
    </p:spTree>
    <p:extLst>
      <p:ext uri="{BB962C8B-B14F-4D97-AF65-F5344CB8AC3E}">
        <p14:creationId xmlns:p14="http://schemas.microsoft.com/office/powerpoint/2010/main" val="1176738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EC87C5-40EA-4E88-883B-7BEA11B10F3D}"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1D0C38-CD34-41EC-B212-AB9CFDD649C0}" type="slidenum">
              <a:rPr lang="en-US" smtClean="0"/>
              <a:t>‹#›</a:t>
            </a:fld>
            <a:endParaRPr lang="en-US"/>
          </a:p>
        </p:txBody>
      </p:sp>
    </p:spTree>
    <p:extLst>
      <p:ext uri="{BB962C8B-B14F-4D97-AF65-F5344CB8AC3E}">
        <p14:creationId xmlns:p14="http://schemas.microsoft.com/office/powerpoint/2010/main" val="482567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31478" y="569578"/>
            <a:ext cx="1636559" cy="906619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21802" y="569578"/>
            <a:ext cx="4814803" cy="90661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EC87C5-40EA-4E88-883B-7BEA11B10F3D}"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1D0C38-CD34-41EC-B212-AB9CFDD649C0}" type="slidenum">
              <a:rPr lang="en-US" smtClean="0"/>
              <a:t>‹#›</a:t>
            </a:fld>
            <a:endParaRPr lang="en-US"/>
          </a:p>
        </p:txBody>
      </p:sp>
    </p:spTree>
    <p:extLst>
      <p:ext uri="{BB962C8B-B14F-4D97-AF65-F5344CB8AC3E}">
        <p14:creationId xmlns:p14="http://schemas.microsoft.com/office/powerpoint/2010/main" val="3181252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1802" y="569580"/>
            <a:ext cx="6546235" cy="20678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21802" y="2847891"/>
            <a:ext cx="6546235" cy="678788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21801" y="9915615"/>
            <a:ext cx="1707714" cy="569578"/>
          </a:xfrm>
          <a:prstGeom prst="rect">
            <a:avLst/>
          </a:prstGeom>
        </p:spPr>
        <p:txBody>
          <a:bodyPr vert="horz" lIns="91440" tIns="45720" rIns="91440" bIns="45720" rtlCol="0" anchor="ctr"/>
          <a:lstStyle>
            <a:lvl1pPr algn="l">
              <a:defRPr sz="996">
                <a:solidFill>
                  <a:schemeClr val="tx1">
                    <a:tint val="75000"/>
                  </a:schemeClr>
                </a:solidFill>
              </a:defRPr>
            </a:lvl1pPr>
          </a:lstStyle>
          <a:p>
            <a:fld id="{27EC87C5-40EA-4E88-883B-7BEA11B10F3D}" type="datetimeFigureOut">
              <a:rPr lang="en-US" smtClean="0"/>
              <a:t>5/22/2025</a:t>
            </a:fld>
            <a:endParaRPr lang="en-US"/>
          </a:p>
        </p:txBody>
      </p:sp>
      <p:sp>
        <p:nvSpPr>
          <p:cNvPr id="5" name="Footer Placeholder 4"/>
          <p:cNvSpPr>
            <a:spLocks noGrp="1"/>
          </p:cNvSpPr>
          <p:nvPr>
            <p:ph type="ftr" sz="quarter" idx="3"/>
          </p:nvPr>
        </p:nvSpPr>
        <p:spPr>
          <a:xfrm>
            <a:off x="2514134" y="9915615"/>
            <a:ext cx="2561570" cy="569578"/>
          </a:xfrm>
          <a:prstGeom prst="rect">
            <a:avLst/>
          </a:prstGeom>
        </p:spPr>
        <p:txBody>
          <a:bodyPr vert="horz" lIns="91440" tIns="45720" rIns="91440" bIns="45720" rtlCol="0" anchor="ctr"/>
          <a:lstStyle>
            <a:lvl1pPr algn="ctr">
              <a:defRPr sz="996">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60323" y="9915615"/>
            <a:ext cx="1707714" cy="569578"/>
          </a:xfrm>
          <a:prstGeom prst="rect">
            <a:avLst/>
          </a:prstGeom>
        </p:spPr>
        <p:txBody>
          <a:bodyPr vert="horz" lIns="91440" tIns="45720" rIns="91440" bIns="45720" rtlCol="0" anchor="ctr"/>
          <a:lstStyle>
            <a:lvl1pPr algn="r">
              <a:defRPr sz="996">
                <a:solidFill>
                  <a:schemeClr val="tx1">
                    <a:tint val="75000"/>
                  </a:schemeClr>
                </a:solidFill>
              </a:defRPr>
            </a:lvl1pPr>
          </a:lstStyle>
          <a:p>
            <a:fld id="{2D1D0C38-CD34-41EC-B212-AB9CFDD649C0}" type="slidenum">
              <a:rPr lang="en-US" smtClean="0"/>
              <a:t>‹#›</a:t>
            </a:fld>
            <a:endParaRPr lang="en-US"/>
          </a:p>
        </p:txBody>
      </p:sp>
    </p:spTree>
    <p:extLst>
      <p:ext uri="{BB962C8B-B14F-4D97-AF65-F5344CB8AC3E}">
        <p14:creationId xmlns:p14="http://schemas.microsoft.com/office/powerpoint/2010/main" val="35929347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58952" rtl="0" eaLnBrk="1" latinLnBrk="0" hangingPunct="1">
        <a:lnSpc>
          <a:spcPct val="90000"/>
        </a:lnSpc>
        <a:spcBef>
          <a:spcPct val="0"/>
        </a:spcBef>
        <a:buNone/>
        <a:defRPr sz="3652" kern="1200">
          <a:solidFill>
            <a:schemeClr val="tx1"/>
          </a:solidFill>
          <a:latin typeface="+mj-lt"/>
          <a:ea typeface="+mj-ea"/>
          <a:cs typeface="+mj-cs"/>
        </a:defRPr>
      </a:lvl1pPr>
    </p:titleStyle>
    <p:bodyStyle>
      <a:lvl1pPr marL="189738" indent="-189738" algn="l" defTabSz="758952" rtl="0" eaLnBrk="1" latinLnBrk="0" hangingPunct="1">
        <a:lnSpc>
          <a:spcPct val="90000"/>
        </a:lnSpc>
        <a:spcBef>
          <a:spcPts val="830"/>
        </a:spcBef>
        <a:buFont typeface="Arial" panose="020B0604020202020204" pitchFamily="34" charset="0"/>
        <a:buChar char="•"/>
        <a:defRPr sz="2324" kern="1200">
          <a:solidFill>
            <a:schemeClr val="tx1"/>
          </a:solidFill>
          <a:latin typeface="+mn-lt"/>
          <a:ea typeface="+mn-ea"/>
          <a:cs typeface="+mn-cs"/>
        </a:defRPr>
      </a:lvl1pPr>
      <a:lvl2pPr marL="569214" indent="-189738" algn="l" defTabSz="758952" rtl="0" eaLnBrk="1" latinLnBrk="0" hangingPunct="1">
        <a:lnSpc>
          <a:spcPct val="90000"/>
        </a:lnSpc>
        <a:spcBef>
          <a:spcPts val="415"/>
        </a:spcBef>
        <a:buFont typeface="Arial" panose="020B0604020202020204" pitchFamily="34" charset="0"/>
        <a:buChar char="•"/>
        <a:defRPr sz="1992" kern="1200">
          <a:solidFill>
            <a:schemeClr val="tx1"/>
          </a:solidFill>
          <a:latin typeface="+mn-lt"/>
          <a:ea typeface="+mn-ea"/>
          <a:cs typeface="+mn-cs"/>
        </a:defRPr>
      </a:lvl2pPr>
      <a:lvl3pPr marL="948690" indent="-189738" algn="l" defTabSz="758952" rtl="0" eaLnBrk="1" latinLnBrk="0" hangingPunct="1">
        <a:lnSpc>
          <a:spcPct val="90000"/>
        </a:lnSpc>
        <a:spcBef>
          <a:spcPts val="415"/>
        </a:spcBef>
        <a:buFont typeface="Arial" panose="020B0604020202020204" pitchFamily="34" charset="0"/>
        <a:buChar char="•"/>
        <a:defRPr sz="1660" kern="1200">
          <a:solidFill>
            <a:schemeClr val="tx1"/>
          </a:solidFill>
          <a:latin typeface="+mn-lt"/>
          <a:ea typeface="+mn-ea"/>
          <a:cs typeface="+mn-cs"/>
        </a:defRPr>
      </a:lvl3pPr>
      <a:lvl4pPr marL="1328166"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4pPr>
      <a:lvl5pPr marL="1707642"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5pPr>
      <a:lvl6pPr marL="2087118"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6pPr>
      <a:lvl7pPr marL="2466594"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7pPr>
      <a:lvl8pPr marL="2846070"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8pPr>
      <a:lvl9pPr marL="3225546" indent="-189738" algn="l" defTabSz="758952" rtl="0" eaLnBrk="1" latinLnBrk="0" hangingPunct="1">
        <a:lnSpc>
          <a:spcPct val="90000"/>
        </a:lnSpc>
        <a:spcBef>
          <a:spcPts val="415"/>
        </a:spcBef>
        <a:buFont typeface="Arial" panose="020B0604020202020204" pitchFamily="34" charset="0"/>
        <a:buChar char="•"/>
        <a:defRPr sz="1494" kern="1200">
          <a:solidFill>
            <a:schemeClr val="tx1"/>
          </a:solidFill>
          <a:latin typeface="+mn-lt"/>
          <a:ea typeface="+mn-ea"/>
          <a:cs typeface="+mn-cs"/>
        </a:defRPr>
      </a:lvl9pPr>
    </p:bodyStyle>
    <p:otherStyle>
      <a:defPPr>
        <a:defRPr lang="en-US"/>
      </a:defPPr>
      <a:lvl1pPr marL="0" algn="l" defTabSz="758952" rtl="0" eaLnBrk="1" latinLnBrk="0" hangingPunct="1">
        <a:defRPr sz="1494" kern="1200">
          <a:solidFill>
            <a:schemeClr val="tx1"/>
          </a:solidFill>
          <a:latin typeface="+mn-lt"/>
          <a:ea typeface="+mn-ea"/>
          <a:cs typeface="+mn-cs"/>
        </a:defRPr>
      </a:lvl1pPr>
      <a:lvl2pPr marL="379476" algn="l" defTabSz="758952" rtl="0" eaLnBrk="1" latinLnBrk="0" hangingPunct="1">
        <a:defRPr sz="1494" kern="1200">
          <a:solidFill>
            <a:schemeClr val="tx1"/>
          </a:solidFill>
          <a:latin typeface="+mn-lt"/>
          <a:ea typeface="+mn-ea"/>
          <a:cs typeface="+mn-cs"/>
        </a:defRPr>
      </a:lvl2pPr>
      <a:lvl3pPr marL="758952" algn="l" defTabSz="758952" rtl="0" eaLnBrk="1" latinLnBrk="0" hangingPunct="1">
        <a:defRPr sz="1494" kern="1200">
          <a:solidFill>
            <a:schemeClr val="tx1"/>
          </a:solidFill>
          <a:latin typeface="+mn-lt"/>
          <a:ea typeface="+mn-ea"/>
          <a:cs typeface="+mn-cs"/>
        </a:defRPr>
      </a:lvl3pPr>
      <a:lvl4pPr marL="1138428" algn="l" defTabSz="758952" rtl="0" eaLnBrk="1" latinLnBrk="0" hangingPunct="1">
        <a:defRPr sz="1494" kern="1200">
          <a:solidFill>
            <a:schemeClr val="tx1"/>
          </a:solidFill>
          <a:latin typeface="+mn-lt"/>
          <a:ea typeface="+mn-ea"/>
          <a:cs typeface="+mn-cs"/>
        </a:defRPr>
      </a:lvl4pPr>
      <a:lvl5pPr marL="1517904" algn="l" defTabSz="758952" rtl="0" eaLnBrk="1" latinLnBrk="0" hangingPunct="1">
        <a:defRPr sz="1494" kern="1200">
          <a:solidFill>
            <a:schemeClr val="tx1"/>
          </a:solidFill>
          <a:latin typeface="+mn-lt"/>
          <a:ea typeface="+mn-ea"/>
          <a:cs typeface="+mn-cs"/>
        </a:defRPr>
      </a:lvl5pPr>
      <a:lvl6pPr marL="1897380" algn="l" defTabSz="758952" rtl="0" eaLnBrk="1" latinLnBrk="0" hangingPunct="1">
        <a:defRPr sz="1494" kern="1200">
          <a:solidFill>
            <a:schemeClr val="tx1"/>
          </a:solidFill>
          <a:latin typeface="+mn-lt"/>
          <a:ea typeface="+mn-ea"/>
          <a:cs typeface="+mn-cs"/>
        </a:defRPr>
      </a:lvl6pPr>
      <a:lvl7pPr marL="2276856" algn="l" defTabSz="758952" rtl="0" eaLnBrk="1" latinLnBrk="0" hangingPunct="1">
        <a:defRPr sz="1494" kern="1200">
          <a:solidFill>
            <a:schemeClr val="tx1"/>
          </a:solidFill>
          <a:latin typeface="+mn-lt"/>
          <a:ea typeface="+mn-ea"/>
          <a:cs typeface="+mn-cs"/>
        </a:defRPr>
      </a:lvl7pPr>
      <a:lvl8pPr marL="2656332" algn="l" defTabSz="758952" rtl="0" eaLnBrk="1" latinLnBrk="0" hangingPunct="1">
        <a:defRPr sz="1494" kern="1200">
          <a:solidFill>
            <a:schemeClr val="tx1"/>
          </a:solidFill>
          <a:latin typeface="+mn-lt"/>
          <a:ea typeface="+mn-ea"/>
          <a:cs typeface="+mn-cs"/>
        </a:defRPr>
      </a:lvl8pPr>
      <a:lvl9pPr marL="3035808" algn="l" defTabSz="758952" rtl="0" eaLnBrk="1" latinLnBrk="0" hangingPunct="1">
        <a:defRPr sz="149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customXml" Target="../ink/ink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3.png"/><Relationship Id="rId18" Type="http://schemas.openxmlformats.org/officeDocument/2006/relationships/customXml" Target="../ink/ink10.xml"/><Relationship Id="rId26" Type="http://schemas.openxmlformats.org/officeDocument/2006/relationships/customXml" Target="../ink/ink15.xml"/><Relationship Id="rId3" Type="http://schemas.openxmlformats.org/officeDocument/2006/relationships/image" Target="../media/image8.png"/><Relationship Id="rId21" Type="http://schemas.openxmlformats.org/officeDocument/2006/relationships/customXml" Target="../ink/ink12.xml"/><Relationship Id="rId34" Type="http://schemas.openxmlformats.org/officeDocument/2006/relationships/image" Target="../media/image22.png"/><Relationship Id="rId7" Type="http://schemas.openxmlformats.org/officeDocument/2006/relationships/image" Target="../media/image10.png"/><Relationship Id="rId12" Type="http://schemas.openxmlformats.org/officeDocument/2006/relationships/customXml" Target="../ink/ink6.xml"/><Relationship Id="rId17" Type="http://schemas.openxmlformats.org/officeDocument/2006/relationships/customXml" Target="../ink/ink9.xml"/><Relationship Id="rId25" Type="http://schemas.openxmlformats.org/officeDocument/2006/relationships/customXml" Target="../ink/ink14.xml"/><Relationship Id="rId33" Type="http://schemas.openxmlformats.org/officeDocument/2006/relationships/customXml" Target="../ink/ink18.xml"/><Relationship Id="rId2" Type="http://schemas.openxmlformats.org/officeDocument/2006/relationships/image" Target="../media/image7.png"/><Relationship Id="rId16" Type="http://schemas.openxmlformats.org/officeDocument/2006/relationships/image" Target="../media/image14.png"/><Relationship Id="rId20" Type="http://schemas.openxmlformats.org/officeDocument/2006/relationships/image" Target="../media/image15.png"/><Relationship Id="rId29" Type="http://schemas.openxmlformats.org/officeDocument/2006/relationships/customXml" Target="../ink/ink17.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12.png"/><Relationship Id="rId24" Type="http://schemas.openxmlformats.org/officeDocument/2006/relationships/image" Target="../media/image17.png"/><Relationship Id="rId32" Type="http://schemas.openxmlformats.org/officeDocument/2006/relationships/image" Target="../media/image20.png"/><Relationship Id="rId5" Type="http://schemas.openxmlformats.org/officeDocument/2006/relationships/image" Target="../media/image9.png"/><Relationship Id="rId15" Type="http://schemas.openxmlformats.org/officeDocument/2006/relationships/customXml" Target="../ink/ink8.xml"/><Relationship Id="rId23" Type="http://schemas.openxmlformats.org/officeDocument/2006/relationships/customXml" Target="../ink/ink13.xml"/><Relationship Id="rId28" Type="http://schemas.openxmlformats.org/officeDocument/2006/relationships/customXml" Target="../ink/ink16.xml"/><Relationship Id="rId10" Type="http://schemas.openxmlformats.org/officeDocument/2006/relationships/customXml" Target="../ink/ink5.xml"/><Relationship Id="rId19" Type="http://schemas.openxmlformats.org/officeDocument/2006/relationships/customXml" Target="../ink/ink11.xml"/><Relationship Id="rId31" Type="http://schemas.openxmlformats.org/officeDocument/2006/relationships/image" Target="../media/image9.webp"/><Relationship Id="rId4" Type="http://schemas.openxmlformats.org/officeDocument/2006/relationships/customXml" Target="../ink/ink2.xml"/><Relationship Id="rId9" Type="http://schemas.openxmlformats.org/officeDocument/2006/relationships/image" Target="../media/image11.png"/><Relationship Id="rId14" Type="http://schemas.openxmlformats.org/officeDocument/2006/relationships/customXml" Target="../ink/ink7.xml"/><Relationship Id="rId22" Type="http://schemas.openxmlformats.org/officeDocument/2006/relationships/image" Target="../media/image16.png"/><Relationship Id="rId27" Type="http://schemas.openxmlformats.org/officeDocument/2006/relationships/image" Target="../media/image18.png"/><Relationship Id="rId30"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2EB6A6F-955E-D47B-253C-E29069E0BE7B}"/>
              </a:ext>
            </a:extLst>
          </p:cNvPr>
          <p:cNvSpPr>
            <a:spLocks noGrp="1"/>
          </p:cNvSpPr>
          <p:nvPr>
            <p:ph type="subTitle" idx="1"/>
          </p:nvPr>
        </p:nvSpPr>
        <p:spPr>
          <a:xfrm>
            <a:off x="412956" y="412955"/>
            <a:ext cx="6695768" cy="9925664"/>
          </a:xfrm>
        </p:spPr>
        <p:txBody>
          <a:bodyPr>
            <a:normAutofit/>
          </a:bodyPr>
          <a:lstStyle/>
          <a:p>
            <a:pPr algn="l"/>
            <a:r>
              <a:rPr lang="en-US" sz="2000" b="1" i="1" u="sng" dirty="0">
                <a:latin typeface="+mj-lt"/>
              </a:rPr>
              <a:t>TITLE :</a:t>
            </a:r>
          </a:p>
          <a:p>
            <a:pPr algn="l"/>
            <a:r>
              <a:rPr lang="en-US" sz="2000" i="1" dirty="0">
                <a:latin typeface="+mj-lt"/>
              </a:rPr>
              <a:t>Implementation of Sequential and Combination Circuit in </a:t>
            </a:r>
          </a:p>
          <a:p>
            <a:pPr algn="l"/>
            <a:r>
              <a:rPr lang="en-US" sz="2000" i="1" dirty="0">
                <a:latin typeface="+mj-lt"/>
              </a:rPr>
              <a:t>Digital Logic Simulator</a:t>
            </a:r>
          </a:p>
          <a:p>
            <a:pPr algn="l"/>
            <a:r>
              <a:rPr lang="en-US" sz="2000" b="1" i="1" u="sng" dirty="0">
                <a:latin typeface="+mj-lt"/>
              </a:rPr>
              <a:t>OBJECTIVE :</a:t>
            </a:r>
          </a:p>
          <a:p>
            <a:pPr algn="l"/>
            <a:r>
              <a:rPr lang="en-US" sz="2000" i="1" dirty="0">
                <a:latin typeface="+mj-lt"/>
              </a:rPr>
              <a:t>To design and  simulate basic digital  components using logic</a:t>
            </a:r>
          </a:p>
          <a:p>
            <a:pPr algn="l"/>
            <a:r>
              <a:rPr lang="en-US" sz="2000" i="1" dirty="0">
                <a:latin typeface="+mj-lt"/>
              </a:rPr>
              <a:t>Simulator</a:t>
            </a:r>
          </a:p>
          <a:p>
            <a:pPr algn="l"/>
            <a:r>
              <a:rPr lang="en-US" sz="2000" b="1" i="1" u="sng" dirty="0">
                <a:latin typeface="+mj-lt"/>
              </a:rPr>
              <a:t>THEORY :</a:t>
            </a:r>
          </a:p>
          <a:p>
            <a:pPr marL="457200" indent="-457200" algn="l">
              <a:buAutoNum type="arabicParenR"/>
            </a:pPr>
            <a:r>
              <a:rPr lang="en-US" sz="2000" i="1" dirty="0">
                <a:latin typeface="+mj-lt"/>
              </a:rPr>
              <a:t>4 : 1 MUX :</a:t>
            </a:r>
          </a:p>
          <a:p>
            <a:pPr marL="457200" indent="-457200" algn="l">
              <a:buAutoNum type="arabicParenR"/>
            </a:pPr>
            <a:endParaRPr lang="en-US" sz="2000" i="1" dirty="0">
              <a:latin typeface="+mj-lt"/>
            </a:endParaRPr>
          </a:p>
          <a:p>
            <a:pPr marL="457200" indent="-457200" algn="l">
              <a:buAutoNum type="arabicParenR"/>
            </a:pPr>
            <a:endParaRPr lang="en-US" sz="2000" i="1" dirty="0">
              <a:latin typeface="+mj-lt"/>
            </a:endParaRPr>
          </a:p>
          <a:p>
            <a:pPr marL="457200" indent="-457200" algn="l">
              <a:buAutoNum type="arabicParenR"/>
            </a:pPr>
            <a:endParaRPr lang="en-US" sz="2000" i="1" dirty="0">
              <a:latin typeface="+mj-lt"/>
            </a:endParaRPr>
          </a:p>
          <a:p>
            <a:pPr marL="457200" indent="-457200" algn="l">
              <a:buAutoNum type="arabicParenR"/>
            </a:pPr>
            <a:endParaRPr lang="en-US" sz="2000" i="1" dirty="0">
              <a:latin typeface="+mj-lt"/>
            </a:endParaRPr>
          </a:p>
          <a:p>
            <a:pPr marL="457200" indent="-457200" algn="l">
              <a:buAutoNum type="arabicParenR"/>
            </a:pPr>
            <a:endParaRPr lang="en-US" sz="2000" i="1" dirty="0">
              <a:latin typeface="+mj-lt"/>
            </a:endParaRPr>
          </a:p>
          <a:p>
            <a:pPr marL="457200" indent="-457200" algn="l">
              <a:buAutoNum type="arabicParenR"/>
            </a:pPr>
            <a:endParaRPr lang="en-US" sz="2000" i="1" dirty="0">
              <a:latin typeface="+mj-lt"/>
            </a:endParaRPr>
          </a:p>
          <a:p>
            <a:pPr marL="457200" indent="-457200" algn="l">
              <a:buAutoNum type="arabicParenR"/>
            </a:pPr>
            <a:endParaRPr lang="en-US" sz="2000" i="1" dirty="0">
              <a:latin typeface="+mj-lt"/>
            </a:endParaRPr>
          </a:p>
          <a:p>
            <a:pPr marL="457200" indent="-457200" algn="l">
              <a:buAutoNum type="arabicParenR"/>
            </a:pPr>
            <a:endParaRPr lang="en-US" sz="2000" i="1" dirty="0">
              <a:latin typeface="+mj-lt"/>
            </a:endParaRPr>
          </a:p>
          <a:p>
            <a:pPr marL="457200" indent="-457200" algn="l">
              <a:buAutoNum type="arabicParenR"/>
            </a:pPr>
            <a:endParaRPr lang="en-US" sz="2000" i="1" dirty="0">
              <a:latin typeface="+mj-lt"/>
            </a:endParaRPr>
          </a:p>
          <a:p>
            <a:pPr marL="457200" indent="-457200" algn="l">
              <a:buAutoNum type="arabicParenR"/>
            </a:pPr>
            <a:endParaRPr lang="en-US" sz="2000" i="1" dirty="0">
              <a:latin typeface="+mj-lt"/>
            </a:endParaRPr>
          </a:p>
          <a:p>
            <a:pPr marL="457200" indent="-457200" algn="l">
              <a:buAutoNum type="arabicParenR"/>
            </a:pPr>
            <a:endParaRPr lang="en-US" sz="2000" i="1" dirty="0">
              <a:latin typeface="+mj-lt"/>
            </a:endParaRPr>
          </a:p>
          <a:p>
            <a:pPr algn="l"/>
            <a:endParaRPr lang="en-US" sz="2000" i="1" dirty="0">
              <a:latin typeface="+mj-lt"/>
            </a:endParaRPr>
          </a:p>
          <a:p>
            <a:pPr algn="l"/>
            <a:endParaRPr lang="en-US" sz="2000" i="1" dirty="0">
              <a:latin typeface="+mj-lt"/>
            </a:endParaRPr>
          </a:p>
          <a:p>
            <a:pPr algn="l"/>
            <a:endParaRPr lang="en-US" sz="2000" i="1" dirty="0">
              <a:latin typeface="+mj-lt"/>
            </a:endParaRPr>
          </a:p>
          <a:p>
            <a:pPr algn="l"/>
            <a:endParaRPr lang="en-US" sz="2000" i="1" dirty="0">
              <a:latin typeface="+mj-lt"/>
            </a:endParaRPr>
          </a:p>
          <a:p>
            <a:pPr algn="l"/>
            <a:r>
              <a:rPr lang="en-US" sz="2000" i="1" dirty="0">
                <a:latin typeface="+mj-lt"/>
              </a:rPr>
              <a:t>2)   1 : 4 DEMUX :</a:t>
            </a:r>
          </a:p>
          <a:p>
            <a:pPr algn="l"/>
            <a:endParaRPr lang="en-US" sz="2000" i="1" dirty="0">
              <a:latin typeface="+mj-lt"/>
            </a:endParaRPr>
          </a:p>
          <a:p>
            <a:pPr algn="l"/>
            <a:r>
              <a:rPr lang="en-US" sz="2000" i="1" dirty="0">
                <a:latin typeface="+mj-lt"/>
              </a:rPr>
              <a:t>         </a:t>
            </a:r>
          </a:p>
          <a:p>
            <a:pPr algn="l"/>
            <a:endParaRPr lang="en-US" sz="2000" i="1" dirty="0">
              <a:latin typeface="+mj-lt"/>
            </a:endParaRPr>
          </a:p>
        </p:txBody>
      </p:sp>
      <p:pic>
        <p:nvPicPr>
          <p:cNvPr id="5" name="Picture 4">
            <a:extLst>
              <a:ext uri="{FF2B5EF4-FFF2-40B4-BE49-F238E27FC236}">
                <a16:creationId xmlns:a16="http://schemas.microsoft.com/office/drawing/2014/main" id="{74703682-6031-145C-9323-A529ACCC4071}"/>
              </a:ext>
            </a:extLst>
          </p:cNvPr>
          <p:cNvPicPr>
            <a:picLocks noChangeAspect="1"/>
          </p:cNvPicPr>
          <p:nvPr/>
        </p:nvPicPr>
        <p:blipFill>
          <a:blip r:embed="rId2">
            <a:clrChange>
              <a:clrFrom>
                <a:srgbClr val="D8D8D8"/>
              </a:clrFrom>
              <a:clrTo>
                <a:srgbClr val="D8D8D8">
                  <a:alpha val="0"/>
                </a:srgbClr>
              </a:clrTo>
            </a:clrChange>
            <a:extLst>
              <a:ext uri="{28A0092B-C50C-407E-A947-70E740481C1C}">
                <a14:useLocalDpi xmlns:a14="http://schemas.microsoft.com/office/drawing/2010/main" val="0"/>
              </a:ext>
            </a:extLst>
          </a:blip>
          <a:stretch>
            <a:fillRect/>
          </a:stretch>
        </p:blipFill>
        <p:spPr>
          <a:xfrm>
            <a:off x="1183112" y="6690166"/>
            <a:ext cx="5387834" cy="2171217"/>
          </a:xfrm>
          <a:prstGeom prst="rect">
            <a:avLst/>
          </a:prstGeom>
        </p:spPr>
      </p:pic>
      <p:pic>
        <p:nvPicPr>
          <p:cNvPr id="7" name="Picture 6">
            <a:extLst>
              <a:ext uri="{FF2B5EF4-FFF2-40B4-BE49-F238E27FC236}">
                <a16:creationId xmlns:a16="http://schemas.microsoft.com/office/drawing/2014/main" id="{C972FE68-612D-A2B8-7EBB-C2FF85CD4814}"/>
              </a:ext>
            </a:extLst>
          </p:cNvPr>
          <p:cNvPicPr>
            <a:picLocks noChangeAspect="1"/>
          </p:cNvPicPr>
          <p:nvPr/>
        </p:nvPicPr>
        <p:blipFill>
          <a:blip r:embed="rId3">
            <a:clrChange>
              <a:clrFrom>
                <a:srgbClr val="424245"/>
              </a:clrFrom>
              <a:clrTo>
                <a:srgbClr val="424245">
                  <a:alpha val="0"/>
                </a:srgbClr>
              </a:clrTo>
            </a:clrChange>
            <a:extLst>
              <a:ext uri="{28A0092B-C50C-407E-A947-70E740481C1C}">
                <a14:useLocalDpi xmlns:a14="http://schemas.microsoft.com/office/drawing/2010/main" val="0"/>
              </a:ext>
            </a:extLst>
          </a:blip>
          <a:stretch>
            <a:fillRect/>
          </a:stretch>
        </p:blipFill>
        <p:spPr>
          <a:xfrm>
            <a:off x="1018892" y="3404063"/>
            <a:ext cx="5661528" cy="3286103"/>
          </a:xfrm>
          <a:prstGeom prst="rect">
            <a:avLst/>
          </a:prstGeom>
        </p:spPr>
      </p:pic>
    </p:spTree>
    <p:extLst>
      <p:ext uri="{BB962C8B-B14F-4D97-AF65-F5344CB8AC3E}">
        <p14:creationId xmlns:p14="http://schemas.microsoft.com/office/powerpoint/2010/main" val="2796897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5550CA7-FDFA-78E3-F0F4-911EF3CE8D87}"/>
              </a:ext>
            </a:extLst>
          </p:cNvPr>
          <p:cNvSpPr>
            <a:spLocks noGrp="1"/>
          </p:cNvSpPr>
          <p:nvPr>
            <p:ph idx="1"/>
          </p:nvPr>
        </p:nvSpPr>
        <p:spPr>
          <a:xfrm>
            <a:off x="521802" y="289366"/>
            <a:ext cx="6619778" cy="10139424"/>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r>
              <a:rPr lang="en-US" sz="2000" dirty="0">
                <a:latin typeface="+mj-lt"/>
              </a:rPr>
              <a:t>3) 4</a:t>
            </a:r>
            <a:r>
              <a:rPr lang="en-US" sz="2000" i="1" dirty="0">
                <a:latin typeface="+mj-lt"/>
              </a:rPr>
              <a:t> : 2 Encoder :</a:t>
            </a:r>
          </a:p>
          <a:p>
            <a:pPr marL="0" indent="0">
              <a:buNone/>
            </a:pPr>
            <a:endParaRPr lang="en-US" sz="2000" i="1" dirty="0">
              <a:latin typeface="+mj-lt"/>
            </a:endParaRPr>
          </a:p>
          <a:p>
            <a:pPr marL="0" indent="0">
              <a:buNone/>
            </a:pPr>
            <a:endParaRPr lang="en-US" sz="2000" i="1" dirty="0">
              <a:latin typeface="+mj-lt"/>
            </a:endParaRPr>
          </a:p>
          <a:p>
            <a:pPr marL="0" indent="0">
              <a:buNone/>
            </a:pPr>
            <a:endParaRPr lang="en-US" sz="2000" i="1" dirty="0">
              <a:latin typeface="+mj-lt"/>
            </a:endParaRPr>
          </a:p>
          <a:p>
            <a:pPr marL="0" indent="0">
              <a:buNone/>
            </a:pPr>
            <a:endParaRPr lang="en-US" sz="2000" i="1" dirty="0">
              <a:latin typeface="+mj-lt"/>
            </a:endParaRPr>
          </a:p>
          <a:p>
            <a:pPr marL="0" indent="0">
              <a:buNone/>
            </a:pPr>
            <a:endParaRPr lang="en-US" sz="2000" i="1" dirty="0">
              <a:latin typeface="+mj-lt"/>
            </a:endParaRPr>
          </a:p>
          <a:p>
            <a:pPr marL="0" indent="0">
              <a:buNone/>
            </a:pPr>
            <a:endParaRPr lang="en-US" sz="2000" i="1" dirty="0">
              <a:latin typeface="+mj-lt"/>
            </a:endParaRPr>
          </a:p>
          <a:p>
            <a:pPr marL="0" indent="0">
              <a:buNone/>
            </a:pPr>
            <a:endParaRPr lang="en-US" sz="2000" i="1" dirty="0">
              <a:latin typeface="+mj-lt"/>
            </a:endParaRPr>
          </a:p>
          <a:p>
            <a:pPr marL="0" indent="0">
              <a:buNone/>
            </a:pPr>
            <a:endParaRPr lang="en-US" sz="2000" i="1" dirty="0">
              <a:latin typeface="+mj-lt"/>
            </a:endParaRPr>
          </a:p>
          <a:p>
            <a:pPr marL="0" indent="0">
              <a:buNone/>
            </a:pPr>
            <a:endParaRPr lang="en-US" sz="2000" i="1" dirty="0">
              <a:latin typeface="+mj-lt"/>
            </a:endParaRPr>
          </a:p>
          <a:p>
            <a:pPr marL="0" indent="0">
              <a:buNone/>
            </a:pPr>
            <a:endParaRPr lang="en-US" sz="2000" i="1" dirty="0">
              <a:latin typeface="+mj-lt"/>
            </a:endParaRPr>
          </a:p>
          <a:p>
            <a:pPr marL="0" indent="0">
              <a:buNone/>
            </a:pPr>
            <a:endParaRPr lang="en-US" sz="2000" i="1" dirty="0">
              <a:latin typeface="+mj-lt"/>
            </a:endParaRPr>
          </a:p>
          <a:p>
            <a:pPr marL="0" indent="0">
              <a:buNone/>
            </a:pPr>
            <a:endParaRPr lang="en-US" sz="2000" i="1" dirty="0">
              <a:latin typeface="+mj-lt"/>
            </a:endParaRPr>
          </a:p>
          <a:p>
            <a:pPr marL="0" indent="0">
              <a:buNone/>
            </a:pPr>
            <a:endParaRPr lang="en-US" sz="2000" i="1" dirty="0">
              <a:latin typeface="+mj-lt"/>
            </a:endParaRPr>
          </a:p>
          <a:p>
            <a:pPr marL="0" indent="0">
              <a:buNone/>
            </a:pPr>
            <a:endParaRPr lang="en-US" sz="2000" i="1" dirty="0">
              <a:latin typeface="+mj-lt"/>
            </a:endParaRPr>
          </a:p>
          <a:p>
            <a:pPr marL="0" indent="0">
              <a:buNone/>
            </a:pPr>
            <a:endParaRPr lang="en-US" sz="2000" i="1" dirty="0">
              <a:latin typeface="+mj-lt"/>
            </a:endParaRPr>
          </a:p>
          <a:p>
            <a:pPr marL="0" indent="0">
              <a:buNone/>
            </a:pPr>
            <a:endParaRPr lang="en-US" sz="2000" i="1" dirty="0">
              <a:latin typeface="+mj-lt"/>
            </a:endParaRPr>
          </a:p>
          <a:p>
            <a:pPr marL="0" indent="0">
              <a:buNone/>
            </a:pPr>
            <a:endParaRPr lang="en-US" dirty="0"/>
          </a:p>
          <a:p>
            <a:pPr marL="0" indent="0">
              <a:buNone/>
            </a:pPr>
            <a:endParaRPr lang="en-US" dirty="0"/>
          </a:p>
          <a:p>
            <a:pPr marL="0" indent="0">
              <a:buNone/>
            </a:pPr>
            <a:endParaRPr lang="en-US" dirty="0"/>
          </a:p>
        </p:txBody>
      </p:sp>
      <p:pic>
        <p:nvPicPr>
          <p:cNvPr id="6" name="Picture 5">
            <a:extLst>
              <a:ext uri="{FF2B5EF4-FFF2-40B4-BE49-F238E27FC236}">
                <a16:creationId xmlns:a16="http://schemas.microsoft.com/office/drawing/2014/main" id="{F3A229C3-CDB2-D115-FCCF-CA85F5A6D25F}"/>
              </a:ext>
            </a:extLst>
          </p:cNvPr>
          <p:cNvPicPr>
            <a:picLocks noChangeAspect="1"/>
          </p:cNvPicPr>
          <p:nvPr/>
        </p:nvPicPr>
        <p:blipFill>
          <a:blip r:embed="rId2">
            <a:clrChange>
              <a:clrFrom>
                <a:srgbClr val="424245"/>
              </a:clrFrom>
              <a:clrTo>
                <a:srgbClr val="424245">
                  <a:alpha val="0"/>
                </a:srgbClr>
              </a:clrTo>
            </a:clrChange>
            <a:extLst>
              <a:ext uri="{28A0092B-C50C-407E-A947-70E740481C1C}">
                <a14:useLocalDpi xmlns:a14="http://schemas.microsoft.com/office/drawing/2010/main" val="0"/>
              </a:ext>
            </a:extLst>
          </a:blip>
          <a:stretch>
            <a:fillRect/>
          </a:stretch>
        </p:blipFill>
        <p:spPr>
          <a:xfrm>
            <a:off x="729205" y="437285"/>
            <a:ext cx="5879939" cy="2849869"/>
          </a:xfrm>
          <a:prstGeom prst="rect">
            <a:avLst/>
          </a:prstGeom>
        </p:spPr>
      </p:pic>
      <p:pic>
        <p:nvPicPr>
          <p:cNvPr id="8" name="Picture 7">
            <a:extLst>
              <a:ext uri="{FF2B5EF4-FFF2-40B4-BE49-F238E27FC236}">
                <a16:creationId xmlns:a16="http://schemas.microsoft.com/office/drawing/2014/main" id="{35374E52-C7D6-F78F-4AE3-41E91A6E7E5A}"/>
              </a:ext>
            </a:extLst>
          </p:cNvPr>
          <p:cNvPicPr>
            <a:picLocks noChangeAspect="1"/>
          </p:cNvPicPr>
          <p:nvPr/>
        </p:nvPicPr>
        <p:blipFill>
          <a:blip r:embed="rId3">
            <a:clrChange>
              <a:clrFrom>
                <a:srgbClr val="424245"/>
              </a:clrFrom>
              <a:clrTo>
                <a:srgbClr val="424245">
                  <a:alpha val="0"/>
                </a:srgbClr>
              </a:clrTo>
            </a:clrChange>
            <a:extLst>
              <a:ext uri="{28A0092B-C50C-407E-A947-70E740481C1C}">
                <a14:useLocalDpi xmlns:a14="http://schemas.microsoft.com/office/drawing/2010/main" val="0"/>
              </a:ext>
            </a:extLst>
          </a:blip>
          <a:stretch>
            <a:fillRect/>
          </a:stretch>
        </p:blipFill>
        <p:spPr>
          <a:xfrm>
            <a:off x="1329286" y="5816618"/>
            <a:ext cx="3353652" cy="2000249"/>
          </a:xfrm>
          <a:prstGeom prst="rect">
            <a:avLst/>
          </a:prstGeom>
        </p:spPr>
      </p:pic>
      <p:pic>
        <p:nvPicPr>
          <p:cNvPr id="11" name="Picture 10">
            <a:extLst>
              <a:ext uri="{FF2B5EF4-FFF2-40B4-BE49-F238E27FC236}">
                <a16:creationId xmlns:a16="http://schemas.microsoft.com/office/drawing/2014/main" id="{4B531B40-819F-F736-4995-578B92739834}"/>
              </a:ext>
            </a:extLst>
          </p:cNvPr>
          <p:cNvPicPr>
            <a:picLocks noChangeAspect="1"/>
          </p:cNvPicPr>
          <p:nvPr/>
        </p:nvPicPr>
        <p:blipFill>
          <a:blip r:embed="rId4">
            <a:clrChange>
              <a:clrFrom>
                <a:srgbClr val="EFD3D2"/>
              </a:clrFrom>
              <a:clrTo>
                <a:srgbClr val="EFD3D2">
                  <a:alpha val="0"/>
                </a:srgbClr>
              </a:clrTo>
            </a:clrChange>
            <a:extLst>
              <a:ext uri="{28A0092B-C50C-407E-A947-70E740481C1C}">
                <a14:useLocalDpi xmlns:a14="http://schemas.microsoft.com/office/drawing/2010/main" val="0"/>
              </a:ext>
            </a:extLst>
          </a:blip>
          <a:stretch>
            <a:fillRect/>
          </a:stretch>
        </p:blipFill>
        <p:spPr>
          <a:xfrm>
            <a:off x="1978817" y="7816867"/>
            <a:ext cx="4630327" cy="2493253"/>
          </a:xfrm>
          <a:prstGeom prst="rect">
            <a:avLst/>
          </a:prstGeom>
        </p:spPr>
      </p:pic>
      <p:pic>
        <p:nvPicPr>
          <p:cNvPr id="13" name="Picture 12">
            <a:extLst>
              <a:ext uri="{FF2B5EF4-FFF2-40B4-BE49-F238E27FC236}">
                <a16:creationId xmlns:a16="http://schemas.microsoft.com/office/drawing/2014/main" id="{3FE9892F-2585-8F87-BA5B-208070DBC429}"/>
              </a:ext>
            </a:extLst>
          </p:cNvPr>
          <p:cNvPicPr>
            <a:picLocks noChangeAspect="1"/>
          </p:cNvPicPr>
          <p:nvPr/>
        </p:nvPicPr>
        <p:blipFill>
          <a:blip r:embed="rId5">
            <a:clrChange>
              <a:clrFrom>
                <a:srgbClr val="EFD3D2"/>
              </a:clrFrom>
              <a:clrTo>
                <a:srgbClr val="EFD3D2">
                  <a:alpha val="0"/>
                </a:srgbClr>
              </a:clrTo>
            </a:clrChange>
            <a:extLst>
              <a:ext uri="{28A0092B-C50C-407E-A947-70E740481C1C}">
                <a14:useLocalDpi xmlns:a14="http://schemas.microsoft.com/office/drawing/2010/main" val="0"/>
              </a:ext>
            </a:extLst>
          </a:blip>
          <a:stretch>
            <a:fillRect/>
          </a:stretch>
        </p:blipFill>
        <p:spPr>
          <a:xfrm>
            <a:off x="953575" y="3435073"/>
            <a:ext cx="5219700" cy="2000250"/>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6">
            <p14:nvContentPartPr>
              <p14:cNvPr id="17" name="Ink 16">
                <a:extLst>
                  <a:ext uri="{FF2B5EF4-FFF2-40B4-BE49-F238E27FC236}">
                    <a16:creationId xmlns:a16="http://schemas.microsoft.com/office/drawing/2014/main" id="{6AF364D1-5B20-9A37-C68B-BC59CA9F31B5}"/>
                  </a:ext>
                </a:extLst>
              </p14:cNvPr>
              <p14:cNvContentPartPr/>
              <p14:nvPr/>
            </p14:nvContentPartPr>
            <p14:xfrm>
              <a:off x="1249911" y="5706196"/>
              <a:ext cx="360" cy="360"/>
            </p14:xfrm>
          </p:contentPart>
        </mc:Choice>
        <mc:Fallback xmlns="">
          <p:pic>
            <p:nvPicPr>
              <p:cNvPr id="17" name="Ink 16">
                <a:extLst>
                  <a:ext uri="{FF2B5EF4-FFF2-40B4-BE49-F238E27FC236}">
                    <a16:creationId xmlns:a16="http://schemas.microsoft.com/office/drawing/2014/main" id="{6AF364D1-5B20-9A37-C68B-BC59CA9F31B5}"/>
                  </a:ext>
                </a:extLst>
              </p:cNvPr>
              <p:cNvPicPr/>
              <p:nvPr/>
            </p:nvPicPr>
            <p:blipFill>
              <a:blip r:embed="rId7"/>
              <a:stretch>
                <a:fillRect/>
              </a:stretch>
            </p:blipFill>
            <p:spPr>
              <a:xfrm>
                <a:off x="1240911" y="5652196"/>
                <a:ext cx="18000" cy="108000"/>
              </a:xfrm>
              <a:prstGeom prst="rect">
                <a:avLst/>
              </a:prstGeom>
            </p:spPr>
          </p:pic>
        </mc:Fallback>
      </mc:AlternateContent>
    </p:spTree>
    <p:extLst>
      <p:ext uri="{BB962C8B-B14F-4D97-AF65-F5344CB8AC3E}">
        <p14:creationId xmlns:p14="http://schemas.microsoft.com/office/powerpoint/2010/main" val="3545209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0D4432-37E9-00E9-2723-0C032F99EA8D}"/>
              </a:ext>
            </a:extLst>
          </p:cNvPr>
          <p:cNvSpPr>
            <a:spLocks noGrp="1"/>
          </p:cNvSpPr>
          <p:nvPr>
            <p:ph idx="1"/>
          </p:nvPr>
        </p:nvSpPr>
        <p:spPr>
          <a:xfrm>
            <a:off x="521802" y="381964"/>
            <a:ext cx="6546235" cy="10139987"/>
          </a:xfrm>
        </p:spPr>
        <p:txBody>
          <a:bodyPr>
            <a:normAutofit/>
          </a:bodyPr>
          <a:lstStyle/>
          <a:p>
            <a:pPr marL="0" indent="0">
              <a:buNone/>
            </a:pPr>
            <a:r>
              <a:rPr lang="en-US" sz="2000" dirty="0">
                <a:latin typeface="+mj-lt"/>
              </a:rPr>
              <a:t>4) 4 : 2 Decoder :</a:t>
            </a: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r>
              <a:rPr lang="en-US" sz="2000" dirty="0">
                <a:latin typeface="+mj-lt"/>
              </a:rPr>
              <a:t>5) D Flip Flop :</a:t>
            </a:r>
          </a:p>
          <a:p>
            <a:pPr marL="0" indent="0">
              <a:buNone/>
            </a:pPr>
            <a:endParaRPr lang="en-US" sz="2000" dirty="0">
              <a:latin typeface="+mj-lt"/>
            </a:endParaRPr>
          </a:p>
          <a:p>
            <a:pPr marL="0" indent="0">
              <a:buNone/>
            </a:pPr>
            <a:r>
              <a:rPr lang="en-US" sz="2000" dirty="0">
                <a:latin typeface="+mj-lt"/>
              </a:rPr>
              <a:t>     </a:t>
            </a: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r>
              <a:rPr lang="en-US" sz="2000" dirty="0">
                <a:latin typeface="+mj-lt"/>
              </a:rPr>
              <a:t>  </a:t>
            </a:r>
          </a:p>
          <a:p>
            <a:pPr marL="0" indent="0">
              <a:buNone/>
            </a:pPr>
            <a:endParaRPr lang="en-US" sz="2000" dirty="0">
              <a:latin typeface="+mj-lt"/>
            </a:endParaRPr>
          </a:p>
          <a:p>
            <a:pPr marL="0" indent="0">
              <a:buNone/>
            </a:pPr>
            <a:endParaRPr lang="en-US" sz="2000" dirty="0">
              <a:latin typeface="+mj-lt"/>
            </a:endParaRPr>
          </a:p>
        </p:txBody>
      </p:sp>
      <p:pic>
        <p:nvPicPr>
          <p:cNvPr id="1026" name="Picture 2" descr="Encoder and Decoder Circuits - HSC">
            <a:extLst>
              <a:ext uri="{FF2B5EF4-FFF2-40B4-BE49-F238E27FC236}">
                <a16:creationId xmlns:a16="http://schemas.microsoft.com/office/drawing/2014/main" id="{8DE8DB75-C5F8-0AC0-5846-5F1141CF6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4533" y="3046064"/>
            <a:ext cx="2857500" cy="277177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A553D77-48DC-C825-F4DE-39FD486E34DA}"/>
              </a:ext>
            </a:extLst>
          </p:cNvPr>
          <p:cNvPicPr>
            <a:picLocks noChangeAspect="1"/>
          </p:cNvPicPr>
          <p:nvPr/>
        </p:nvPicPr>
        <p:blipFill>
          <a:blip r:embed="rId3">
            <a:clrChange>
              <a:clrFrom>
                <a:srgbClr val="424245"/>
              </a:clrFrom>
              <a:clrTo>
                <a:srgbClr val="424245">
                  <a:alpha val="0"/>
                </a:srgbClr>
              </a:clrTo>
            </a:clrChange>
            <a:extLst>
              <a:ext uri="{28A0092B-C50C-407E-A947-70E740481C1C}">
                <a14:useLocalDpi xmlns:a14="http://schemas.microsoft.com/office/drawing/2010/main" val="0"/>
              </a:ext>
            </a:extLst>
          </a:blip>
          <a:stretch>
            <a:fillRect/>
          </a:stretch>
        </p:blipFill>
        <p:spPr>
          <a:xfrm>
            <a:off x="903765" y="698723"/>
            <a:ext cx="5263829" cy="2254743"/>
          </a:xfrm>
          <a:prstGeom prst="rect">
            <a:avLst/>
          </a:prstGeom>
        </p:spPr>
      </p:pic>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C10696F6-C277-B736-D2E2-75AC5AB2F6AB}"/>
                  </a:ext>
                </a:extLst>
              </p14:cNvPr>
              <p14:cNvContentPartPr/>
              <p14:nvPr/>
            </p14:nvContentPartPr>
            <p14:xfrm>
              <a:off x="4450671" y="8332332"/>
              <a:ext cx="1874520" cy="500040"/>
            </p14:xfrm>
          </p:contentPart>
        </mc:Choice>
        <mc:Fallback xmlns="">
          <p:pic>
            <p:nvPicPr>
              <p:cNvPr id="11" name="Ink 10">
                <a:extLst>
                  <a:ext uri="{FF2B5EF4-FFF2-40B4-BE49-F238E27FC236}">
                    <a16:creationId xmlns:a16="http://schemas.microsoft.com/office/drawing/2014/main" id="{C10696F6-C277-B736-D2E2-75AC5AB2F6AB}"/>
                  </a:ext>
                </a:extLst>
              </p:cNvPr>
              <p:cNvPicPr/>
              <p:nvPr/>
            </p:nvPicPr>
            <p:blipFill>
              <a:blip r:embed="rId5"/>
              <a:stretch>
                <a:fillRect/>
              </a:stretch>
            </p:blipFill>
            <p:spPr>
              <a:xfrm>
                <a:off x="4387671" y="8269692"/>
                <a:ext cx="2000160" cy="625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12" name="Ink 11">
                <a:extLst>
                  <a:ext uri="{FF2B5EF4-FFF2-40B4-BE49-F238E27FC236}">
                    <a16:creationId xmlns:a16="http://schemas.microsoft.com/office/drawing/2014/main" id="{6234ECC3-289C-5A4A-475B-D588DB48B7C5}"/>
                  </a:ext>
                </a:extLst>
              </p14:cNvPr>
              <p14:cNvContentPartPr/>
              <p14:nvPr/>
            </p14:nvContentPartPr>
            <p14:xfrm>
              <a:off x="3009231" y="1065012"/>
              <a:ext cx="360" cy="360"/>
            </p14:xfrm>
          </p:contentPart>
        </mc:Choice>
        <mc:Fallback xmlns="">
          <p:pic>
            <p:nvPicPr>
              <p:cNvPr id="12" name="Ink 11">
                <a:extLst>
                  <a:ext uri="{FF2B5EF4-FFF2-40B4-BE49-F238E27FC236}">
                    <a16:creationId xmlns:a16="http://schemas.microsoft.com/office/drawing/2014/main" id="{6234ECC3-289C-5A4A-475B-D588DB48B7C5}"/>
                  </a:ext>
                </a:extLst>
              </p:cNvPr>
              <p:cNvPicPr/>
              <p:nvPr/>
            </p:nvPicPr>
            <p:blipFill>
              <a:blip r:embed="rId7"/>
              <a:stretch>
                <a:fillRect/>
              </a:stretch>
            </p:blipFill>
            <p:spPr>
              <a:xfrm>
                <a:off x="3000231" y="1011012"/>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17" name="Ink 16">
                <a:extLst>
                  <a:ext uri="{FF2B5EF4-FFF2-40B4-BE49-F238E27FC236}">
                    <a16:creationId xmlns:a16="http://schemas.microsoft.com/office/drawing/2014/main" id="{157B4BC4-B4BA-D3A4-BB09-8A969DC6E1E8}"/>
                  </a:ext>
                </a:extLst>
              </p14:cNvPr>
              <p14:cNvContentPartPr/>
              <p14:nvPr/>
            </p14:nvContentPartPr>
            <p14:xfrm>
              <a:off x="-428409" y="3842476"/>
              <a:ext cx="360" cy="360"/>
            </p14:xfrm>
          </p:contentPart>
        </mc:Choice>
        <mc:Fallback xmlns="">
          <p:pic>
            <p:nvPicPr>
              <p:cNvPr id="17" name="Ink 16">
                <a:extLst>
                  <a:ext uri="{FF2B5EF4-FFF2-40B4-BE49-F238E27FC236}">
                    <a16:creationId xmlns:a16="http://schemas.microsoft.com/office/drawing/2014/main" id="{157B4BC4-B4BA-D3A4-BB09-8A969DC6E1E8}"/>
                  </a:ext>
                </a:extLst>
              </p:cNvPr>
              <p:cNvPicPr/>
              <p:nvPr/>
            </p:nvPicPr>
            <p:blipFill>
              <a:blip r:embed="rId9"/>
              <a:stretch>
                <a:fillRect/>
              </a:stretch>
            </p:blipFill>
            <p:spPr>
              <a:xfrm>
                <a:off x="-437049" y="3788476"/>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8" name="Ink 17">
                <a:extLst>
                  <a:ext uri="{FF2B5EF4-FFF2-40B4-BE49-F238E27FC236}">
                    <a16:creationId xmlns:a16="http://schemas.microsoft.com/office/drawing/2014/main" id="{5523A1F5-DFEB-79EC-0B42-1699C8D4B5D3}"/>
                  </a:ext>
                </a:extLst>
              </p14:cNvPr>
              <p14:cNvContentPartPr/>
              <p14:nvPr/>
            </p14:nvContentPartPr>
            <p14:xfrm>
              <a:off x="4745151" y="7430596"/>
              <a:ext cx="360" cy="360"/>
            </p14:xfrm>
          </p:contentPart>
        </mc:Choice>
        <mc:Fallback xmlns="">
          <p:pic>
            <p:nvPicPr>
              <p:cNvPr id="18" name="Ink 17">
                <a:extLst>
                  <a:ext uri="{FF2B5EF4-FFF2-40B4-BE49-F238E27FC236}">
                    <a16:creationId xmlns:a16="http://schemas.microsoft.com/office/drawing/2014/main" id="{5523A1F5-DFEB-79EC-0B42-1699C8D4B5D3}"/>
                  </a:ext>
                </a:extLst>
              </p:cNvPr>
              <p:cNvPicPr/>
              <p:nvPr/>
            </p:nvPicPr>
            <p:blipFill>
              <a:blip r:embed="rId11"/>
              <a:stretch>
                <a:fillRect/>
              </a:stretch>
            </p:blipFill>
            <p:spPr>
              <a:xfrm>
                <a:off x="4736511" y="7376956"/>
                <a:ext cx="18000" cy="108000"/>
              </a:xfrm>
              <a:prstGeom prst="rect">
                <a:avLst/>
              </a:prstGeom>
            </p:spPr>
          </p:pic>
        </mc:Fallback>
      </mc:AlternateContent>
      <p:grpSp>
        <p:nvGrpSpPr>
          <p:cNvPr id="23" name="Group 22">
            <a:extLst>
              <a:ext uri="{FF2B5EF4-FFF2-40B4-BE49-F238E27FC236}">
                <a16:creationId xmlns:a16="http://schemas.microsoft.com/office/drawing/2014/main" id="{E7377D37-7A75-C0EF-8C44-1188D9A1581E}"/>
              </a:ext>
            </a:extLst>
          </p:cNvPr>
          <p:cNvGrpSpPr/>
          <p:nvPr/>
        </p:nvGrpSpPr>
        <p:grpSpPr>
          <a:xfrm>
            <a:off x="2002311" y="6227116"/>
            <a:ext cx="360" cy="360"/>
            <a:chOff x="2002311" y="6227116"/>
            <a:chExt cx="360" cy="360"/>
          </a:xfrm>
        </p:grpSpPr>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19" name="Ink 18">
                  <a:extLst>
                    <a:ext uri="{FF2B5EF4-FFF2-40B4-BE49-F238E27FC236}">
                      <a16:creationId xmlns:a16="http://schemas.microsoft.com/office/drawing/2014/main" id="{E7ABC374-70C8-5A31-21AA-509A0F6015FB}"/>
                    </a:ext>
                  </a:extLst>
                </p14:cNvPr>
                <p14:cNvContentPartPr/>
                <p14:nvPr/>
              </p14:nvContentPartPr>
              <p14:xfrm>
                <a:off x="2002311" y="6227116"/>
                <a:ext cx="360" cy="360"/>
              </p14:xfrm>
            </p:contentPart>
          </mc:Choice>
          <mc:Fallback xmlns="">
            <p:pic>
              <p:nvPicPr>
                <p:cNvPr id="19" name="Ink 18">
                  <a:extLst>
                    <a:ext uri="{FF2B5EF4-FFF2-40B4-BE49-F238E27FC236}">
                      <a16:creationId xmlns:a16="http://schemas.microsoft.com/office/drawing/2014/main" id="{E7ABC374-70C8-5A31-21AA-509A0F6015FB}"/>
                    </a:ext>
                  </a:extLst>
                </p:cNvPr>
                <p:cNvPicPr/>
                <p:nvPr/>
              </p:nvPicPr>
              <p:blipFill>
                <a:blip r:embed="rId13"/>
                <a:stretch>
                  <a:fillRect/>
                </a:stretch>
              </p:blipFill>
              <p:spPr>
                <a:xfrm>
                  <a:off x="1993671" y="6173476"/>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20" name="Ink 19">
                  <a:extLst>
                    <a:ext uri="{FF2B5EF4-FFF2-40B4-BE49-F238E27FC236}">
                      <a16:creationId xmlns:a16="http://schemas.microsoft.com/office/drawing/2014/main" id="{D2F1CC46-8F6C-06DB-2160-1B41994DB304}"/>
                    </a:ext>
                  </a:extLst>
                </p14:cNvPr>
                <p14:cNvContentPartPr/>
                <p14:nvPr/>
              </p14:nvContentPartPr>
              <p14:xfrm>
                <a:off x="2002311" y="6227116"/>
                <a:ext cx="360" cy="360"/>
              </p14:xfrm>
            </p:contentPart>
          </mc:Choice>
          <mc:Fallback xmlns="">
            <p:pic>
              <p:nvPicPr>
                <p:cNvPr id="20" name="Ink 19">
                  <a:extLst>
                    <a:ext uri="{FF2B5EF4-FFF2-40B4-BE49-F238E27FC236}">
                      <a16:creationId xmlns:a16="http://schemas.microsoft.com/office/drawing/2014/main" id="{D2F1CC46-8F6C-06DB-2160-1B41994DB304}"/>
                    </a:ext>
                  </a:extLst>
                </p:cNvPr>
                <p:cNvPicPr/>
                <p:nvPr/>
              </p:nvPicPr>
              <p:blipFill>
                <a:blip r:embed="rId13"/>
                <a:stretch>
                  <a:fillRect/>
                </a:stretch>
              </p:blipFill>
              <p:spPr>
                <a:xfrm>
                  <a:off x="1993671" y="6173476"/>
                  <a:ext cx="18000" cy="108000"/>
                </a:xfrm>
                <a:prstGeom prst="rect">
                  <a:avLst/>
                </a:prstGeom>
              </p:spPr>
            </p:pic>
          </mc:Fallback>
        </mc:AlternateContent>
      </p:grpSp>
      <p:grpSp>
        <p:nvGrpSpPr>
          <p:cNvPr id="28" name="Group 27">
            <a:extLst>
              <a:ext uri="{FF2B5EF4-FFF2-40B4-BE49-F238E27FC236}">
                <a16:creationId xmlns:a16="http://schemas.microsoft.com/office/drawing/2014/main" id="{87B72F0C-4296-2F23-2B2C-915984D2ACF3}"/>
              </a:ext>
            </a:extLst>
          </p:cNvPr>
          <p:cNvGrpSpPr/>
          <p:nvPr/>
        </p:nvGrpSpPr>
        <p:grpSpPr>
          <a:xfrm>
            <a:off x="1411911" y="6180676"/>
            <a:ext cx="185400" cy="35280"/>
            <a:chOff x="1411911" y="6180676"/>
            <a:chExt cx="185400" cy="35280"/>
          </a:xfrm>
        </p:grpSpPr>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13" name="Ink 12">
                  <a:extLst>
                    <a:ext uri="{FF2B5EF4-FFF2-40B4-BE49-F238E27FC236}">
                      <a16:creationId xmlns:a16="http://schemas.microsoft.com/office/drawing/2014/main" id="{17482557-F2CE-F2DE-A9AA-034717C90E64}"/>
                    </a:ext>
                  </a:extLst>
                </p14:cNvPr>
                <p14:cNvContentPartPr/>
                <p14:nvPr/>
              </p14:nvContentPartPr>
              <p14:xfrm>
                <a:off x="1411911" y="6180676"/>
                <a:ext cx="360" cy="360"/>
              </p14:xfrm>
            </p:contentPart>
          </mc:Choice>
          <mc:Fallback xmlns="">
            <p:pic>
              <p:nvPicPr>
                <p:cNvPr id="13" name="Ink 12">
                  <a:extLst>
                    <a:ext uri="{FF2B5EF4-FFF2-40B4-BE49-F238E27FC236}">
                      <a16:creationId xmlns:a16="http://schemas.microsoft.com/office/drawing/2014/main" id="{17482557-F2CE-F2DE-A9AA-034717C90E64}"/>
                    </a:ext>
                  </a:extLst>
                </p:cNvPr>
                <p:cNvPicPr/>
                <p:nvPr/>
              </p:nvPicPr>
              <p:blipFill>
                <a:blip r:embed="rId16"/>
                <a:stretch>
                  <a:fillRect/>
                </a:stretch>
              </p:blipFill>
              <p:spPr>
                <a:xfrm>
                  <a:off x="1402911" y="6127036"/>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14" name="Ink 13">
                  <a:extLst>
                    <a:ext uri="{FF2B5EF4-FFF2-40B4-BE49-F238E27FC236}">
                      <a16:creationId xmlns:a16="http://schemas.microsoft.com/office/drawing/2014/main" id="{144AEDF6-116C-FB8B-E3F8-C74E8DF22B8A}"/>
                    </a:ext>
                  </a:extLst>
                </p14:cNvPr>
                <p14:cNvContentPartPr/>
                <p14:nvPr/>
              </p14:nvContentPartPr>
              <p14:xfrm>
                <a:off x="1411911" y="6180676"/>
                <a:ext cx="360" cy="360"/>
              </p14:xfrm>
            </p:contentPart>
          </mc:Choice>
          <mc:Fallback xmlns="">
            <p:pic>
              <p:nvPicPr>
                <p:cNvPr id="14" name="Ink 13">
                  <a:extLst>
                    <a:ext uri="{FF2B5EF4-FFF2-40B4-BE49-F238E27FC236}">
                      <a16:creationId xmlns:a16="http://schemas.microsoft.com/office/drawing/2014/main" id="{144AEDF6-116C-FB8B-E3F8-C74E8DF22B8A}"/>
                    </a:ext>
                  </a:extLst>
                </p:cNvPr>
                <p:cNvPicPr/>
                <p:nvPr/>
              </p:nvPicPr>
              <p:blipFill>
                <a:blip r:embed="rId16"/>
                <a:stretch>
                  <a:fillRect/>
                </a:stretch>
              </p:blipFill>
              <p:spPr>
                <a:xfrm>
                  <a:off x="1402911" y="6127036"/>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15" name="Ink 14">
                  <a:extLst>
                    <a:ext uri="{FF2B5EF4-FFF2-40B4-BE49-F238E27FC236}">
                      <a16:creationId xmlns:a16="http://schemas.microsoft.com/office/drawing/2014/main" id="{5FC29EB0-EA52-FA3A-CABE-6A2833DCB92A}"/>
                    </a:ext>
                  </a:extLst>
                </p14:cNvPr>
                <p14:cNvContentPartPr/>
                <p14:nvPr/>
              </p14:nvContentPartPr>
              <p14:xfrm>
                <a:off x="1411911" y="6180676"/>
                <a:ext cx="360" cy="360"/>
              </p14:xfrm>
            </p:contentPart>
          </mc:Choice>
          <mc:Fallback xmlns="">
            <p:pic>
              <p:nvPicPr>
                <p:cNvPr id="15" name="Ink 14">
                  <a:extLst>
                    <a:ext uri="{FF2B5EF4-FFF2-40B4-BE49-F238E27FC236}">
                      <a16:creationId xmlns:a16="http://schemas.microsoft.com/office/drawing/2014/main" id="{5FC29EB0-EA52-FA3A-CABE-6A2833DCB92A}"/>
                    </a:ext>
                  </a:extLst>
                </p:cNvPr>
                <p:cNvPicPr/>
                <p:nvPr/>
              </p:nvPicPr>
              <p:blipFill>
                <a:blip r:embed="rId16"/>
                <a:stretch>
                  <a:fillRect/>
                </a:stretch>
              </p:blipFill>
              <p:spPr>
                <a:xfrm>
                  <a:off x="1402911" y="6127036"/>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21" name="Ink 20">
                  <a:extLst>
                    <a:ext uri="{FF2B5EF4-FFF2-40B4-BE49-F238E27FC236}">
                      <a16:creationId xmlns:a16="http://schemas.microsoft.com/office/drawing/2014/main" id="{A4593D9A-32EA-1B6A-6E4E-9C5856017921}"/>
                    </a:ext>
                  </a:extLst>
                </p14:cNvPr>
                <p14:cNvContentPartPr/>
                <p14:nvPr/>
              </p14:nvContentPartPr>
              <p14:xfrm>
                <a:off x="1493271" y="6215596"/>
                <a:ext cx="360" cy="360"/>
              </p14:xfrm>
            </p:contentPart>
          </mc:Choice>
          <mc:Fallback xmlns="">
            <p:pic>
              <p:nvPicPr>
                <p:cNvPr id="21" name="Ink 20">
                  <a:extLst>
                    <a:ext uri="{FF2B5EF4-FFF2-40B4-BE49-F238E27FC236}">
                      <a16:creationId xmlns:a16="http://schemas.microsoft.com/office/drawing/2014/main" id="{A4593D9A-32EA-1B6A-6E4E-9C5856017921}"/>
                    </a:ext>
                  </a:extLst>
                </p:cNvPr>
                <p:cNvPicPr/>
                <p:nvPr/>
              </p:nvPicPr>
              <p:blipFill>
                <a:blip r:embed="rId20"/>
                <a:stretch>
                  <a:fillRect/>
                </a:stretch>
              </p:blipFill>
              <p:spPr>
                <a:xfrm>
                  <a:off x="1484271" y="6161956"/>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24" name="Ink 23">
                  <a:extLst>
                    <a:ext uri="{FF2B5EF4-FFF2-40B4-BE49-F238E27FC236}">
                      <a16:creationId xmlns:a16="http://schemas.microsoft.com/office/drawing/2014/main" id="{5B62BD9E-901E-E504-7FD9-CD8E6895BFC6}"/>
                    </a:ext>
                  </a:extLst>
                </p14:cNvPr>
                <p14:cNvContentPartPr/>
                <p14:nvPr/>
              </p14:nvContentPartPr>
              <p14:xfrm>
                <a:off x="1596951" y="6215596"/>
                <a:ext cx="360" cy="360"/>
              </p14:xfrm>
            </p:contentPart>
          </mc:Choice>
          <mc:Fallback xmlns="">
            <p:pic>
              <p:nvPicPr>
                <p:cNvPr id="24" name="Ink 23">
                  <a:extLst>
                    <a:ext uri="{FF2B5EF4-FFF2-40B4-BE49-F238E27FC236}">
                      <a16:creationId xmlns:a16="http://schemas.microsoft.com/office/drawing/2014/main" id="{5B62BD9E-901E-E504-7FD9-CD8E6895BFC6}"/>
                    </a:ext>
                  </a:extLst>
                </p:cNvPr>
                <p:cNvPicPr/>
                <p:nvPr/>
              </p:nvPicPr>
              <p:blipFill>
                <a:blip r:embed="rId22"/>
                <a:stretch>
                  <a:fillRect/>
                </a:stretch>
              </p:blipFill>
              <p:spPr>
                <a:xfrm>
                  <a:off x="1588311" y="6161956"/>
                  <a:ext cx="18000" cy="108000"/>
                </a:xfrm>
                <a:prstGeom prst="rect">
                  <a:avLst/>
                </a:prstGeom>
              </p:spPr>
            </p:pic>
          </mc:Fallback>
        </mc:AlternateContent>
      </p:grpSp>
      <p:grpSp>
        <p:nvGrpSpPr>
          <p:cNvPr id="27" name="Group 26">
            <a:extLst>
              <a:ext uri="{FF2B5EF4-FFF2-40B4-BE49-F238E27FC236}">
                <a16:creationId xmlns:a16="http://schemas.microsoft.com/office/drawing/2014/main" id="{04357DF5-DC64-7E57-8A2A-DB81BA560C69}"/>
              </a:ext>
            </a:extLst>
          </p:cNvPr>
          <p:cNvGrpSpPr/>
          <p:nvPr/>
        </p:nvGrpSpPr>
        <p:grpSpPr>
          <a:xfrm>
            <a:off x="2338191" y="6215596"/>
            <a:ext cx="360" cy="360"/>
            <a:chOff x="2338191" y="6215596"/>
            <a:chExt cx="360" cy="360"/>
          </a:xfrm>
        </p:grpSpPr>
        <mc:AlternateContent xmlns:mc="http://schemas.openxmlformats.org/markup-compatibility/2006" xmlns:p14="http://schemas.microsoft.com/office/powerpoint/2010/main" xmlns:aink="http://schemas.microsoft.com/office/drawing/2016/ink">
          <mc:Choice Requires="p14 aink">
            <p:contentPart p14:bwMode="auto" r:id="rId23">
              <p14:nvContentPartPr>
                <p14:cNvPr id="25" name="Ink 24">
                  <a:extLst>
                    <a:ext uri="{FF2B5EF4-FFF2-40B4-BE49-F238E27FC236}">
                      <a16:creationId xmlns:a16="http://schemas.microsoft.com/office/drawing/2014/main" id="{3BCE472E-78FB-FF26-90E3-4DAA2238BDC1}"/>
                    </a:ext>
                  </a:extLst>
                </p14:cNvPr>
                <p14:cNvContentPartPr/>
                <p14:nvPr/>
              </p14:nvContentPartPr>
              <p14:xfrm>
                <a:off x="2338191" y="6215596"/>
                <a:ext cx="360" cy="360"/>
              </p14:xfrm>
            </p:contentPart>
          </mc:Choice>
          <mc:Fallback xmlns="">
            <p:pic>
              <p:nvPicPr>
                <p:cNvPr id="25" name="Ink 24">
                  <a:extLst>
                    <a:ext uri="{FF2B5EF4-FFF2-40B4-BE49-F238E27FC236}">
                      <a16:creationId xmlns:a16="http://schemas.microsoft.com/office/drawing/2014/main" id="{3BCE472E-78FB-FF26-90E3-4DAA2238BDC1}"/>
                    </a:ext>
                  </a:extLst>
                </p:cNvPr>
                <p:cNvPicPr/>
                <p:nvPr/>
              </p:nvPicPr>
              <p:blipFill>
                <a:blip r:embed="rId24"/>
                <a:stretch>
                  <a:fillRect/>
                </a:stretch>
              </p:blipFill>
              <p:spPr>
                <a:xfrm>
                  <a:off x="2329191" y="6161956"/>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
              <p14:nvContentPartPr>
                <p14:cNvPr id="26" name="Ink 25">
                  <a:extLst>
                    <a:ext uri="{FF2B5EF4-FFF2-40B4-BE49-F238E27FC236}">
                      <a16:creationId xmlns:a16="http://schemas.microsoft.com/office/drawing/2014/main" id="{ACB50D65-0B8B-DA25-EE52-E8421F74C97C}"/>
                    </a:ext>
                  </a:extLst>
                </p14:cNvPr>
                <p14:cNvContentPartPr/>
                <p14:nvPr/>
              </p14:nvContentPartPr>
              <p14:xfrm>
                <a:off x="2338191" y="6215596"/>
                <a:ext cx="360" cy="360"/>
              </p14:xfrm>
            </p:contentPart>
          </mc:Choice>
          <mc:Fallback xmlns="">
            <p:pic>
              <p:nvPicPr>
                <p:cNvPr id="26" name="Ink 25">
                  <a:extLst>
                    <a:ext uri="{FF2B5EF4-FFF2-40B4-BE49-F238E27FC236}">
                      <a16:creationId xmlns:a16="http://schemas.microsoft.com/office/drawing/2014/main" id="{ACB50D65-0B8B-DA25-EE52-E8421F74C97C}"/>
                    </a:ext>
                  </a:extLst>
                </p:cNvPr>
                <p:cNvPicPr/>
                <p:nvPr/>
              </p:nvPicPr>
              <p:blipFill>
                <a:blip r:embed="rId24"/>
                <a:stretch>
                  <a:fillRect/>
                </a:stretch>
              </p:blipFill>
              <p:spPr>
                <a:xfrm>
                  <a:off x="2329191" y="6161956"/>
                  <a:ext cx="18000" cy="108000"/>
                </a:xfrm>
                <a:prstGeom prst="rect">
                  <a:avLst/>
                </a:prstGeom>
              </p:spPr>
            </p:pic>
          </mc:Fallback>
        </mc:AlternateContent>
      </p:grpSp>
      <p:grpSp>
        <p:nvGrpSpPr>
          <p:cNvPr id="31" name="Group 30">
            <a:extLst>
              <a:ext uri="{FF2B5EF4-FFF2-40B4-BE49-F238E27FC236}">
                <a16:creationId xmlns:a16="http://schemas.microsoft.com/office/drawing/2014/main" id="{273F4F18-2401-B2B3-F6B9-A114559C436E}"/>
              </a:ext>
            </a:extLst>
          </p:cNvPr>
          <p:cNvGrpSpPr/>
          <p:nvPr/>
        </p:nvGrpSpPr>
        <p:grpSpPr>
          <a:xfrm>
            <a:off x="1284831" y="6134236"/>
            <a:ext cx="360" cy="360"/>
            <a:chOff x="1284831" y="6134236"/>
            <a:chExt cx="360" cy="360"/>
          </a:xfrm>
        </p:grpSpPr>
        <mc:AlternateContent xmlns:mc="http://schemas.openxmlformats.org/markup-compatibility/2006" xmlns:p14="http://schemas.microsoft.com/office/powerpoint/2010/main" xmlns:aink="http://schemas.microsoft.com/office/drawing/2016/ink">
          <mc:Choice Requires="p14 aink">
            <p:contentPart p14:bwMode="auto" r:id="rId26">
              <p14:nvContentPartPr>
                <p14:cNvPr id="29" name="Ink 28">
                  <a:extLst>
                    <a:ext uri="{FF2B5EF4-FFF2-40B4-BE49-F238E27FC236}">
                      <a16:creationId xmlns:a16="http://schemas.microsoft.com/office/drawing/2014/main" id="{C8E9BA4A-3F3E-9918-DE57-2A69BA9C32F7}"/>
                    </a:ext>
                  </a:extLst>
                </p14:cNvPr>
                <p14:cNvContentPartPr/>
                <p14:nvPr/>
              </p14:nvContentPartPr>
              <p14:xfrm>
                <a:off x="1284831" y="6134236"/>
                <a:ext cx="360" cy="360"/>
              </p14:xfrm>
            </p:contentPart>
          </mc:Choice>
          <mc:Fallback xmlns="">
            <p:pic>
              <p:nvPicPr>
                <p:cNvPr id="29" name="Ink 28">
                  <a:extLst>
                    <a:ext uri="{FF2B5EF4-FFF2-40B4-BE49-F238E27FC236}">
                      <a16:creationId xmlns:a16="http://schemas.microsoft.com/office/drawing/2014/main" id="{C8E9BA4A-3F3E-9918-DE57-2A69BA9C32F7}"/>
                    </a:ext>
                  </a:extLst>
                </p:cNvPr>
                <p:cNvPicPr/>
                <p:nvPr/>
              </p:nvPicPr>
              <p:blipFill>
                <a:blip r:embed="rId27"/>
                <a:stretch>
                  <a:fillRect/>
                </a:stretch>
              </p:blipFill>
              <p:spPr>
                <a:xfrm>
                  <a:off x="1276191" y="6080236"/>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30" name="Ink 29">
                  <a:extLst>
                    <a:ext uri="{FF2B5EF4-FFF2-40B4-BE49-F238E27FC236}">
                      <a16:creationId xmlns:a16="http://schemas.microsoft.com/office/drawing/2014/main" id="{DC026C55-8655-2FC5-F4A0-909954C6A450}"/>
                    </a:ext>
                  </a:extLst>
                </p14:cNvPr>
                <p14:cNvContentPartPr/>
                <p14:nvPr/>
              </p14:nvContentPartPr>
              <p14:xfrm>
                <a:off x="1284831" y="6134236"/>
                <a:ext cx="360" cy="360"/>
              </p14:xfrm>
            </p:contentPart>
          </mc:Choice>
          <mc:Fallback xmlns="">
            <p:pic>
              <p:nvPicPr>
                <p:cNvPr id="30" name="Ink 29">
                  <a:extLst>
                    <a:ext uri="{FF2B5EF4-FFF2-40B4-BE49-F238E27FC236}">
                      <a16:creationId xmlns:a16="http://schemas.microsoft.com/office/drawing/2014/main" id="{DC026C55-8655-2FC5-F4A0-909954C6A450}"/>
                    </a:ext>
                  </a:extLst>
                </p:cNvPr>
                <p:cNvPicPr/>
                <p:nvPr/>
              </p:nvPicPr>
              <p:blipFill>
                <a:blip r:embed="rId27"/>
                <a:stretch>
                  <a:fillRect/>
                </a:stretch>
              </p:blipFill>
              <p:spPr>
                <a:xfrm>
                  <a:off x="1276191" y="6080236"/>
                  <a:ext cx="18000" cy="10800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29">
            <p14:nvContentPartPr>
              <p14:cNvPr id="1024" name="Ink 1023">
                <a:extLst>
                  <a:ext uri="{FF2B5EF4-FFF2-40B4-BE49-F238E27FC236}">
                    <a16:creationId xmlns:a16="http://schemas.microsoft.com/office/drawing/2014/main" id="{2453BC63-7F96-0CBC-3099-98980F302285}"/>
                  </a:ext>
                </a:extLst>
              </p14:cNvPr>
              <p14:cNvContentPartPr/>
              <p14:nvPr/>
            </p14:nvContentPartPr>
            <p14:xfrm>
              <a:off x="775071" y="6412156"/>
              <a:ext cx="360" cy="360"/>
            </p14:xfrm>
          </p:contentPart>
        </mc:Choice>
        <mc:Fallback xmlns="">
          <p:pic>
            <p:nvPicPr>
              <p:cNvPr id="1024" name="Ink 1023">
                <a:extLst>
                  <a:ext uri="{FF2B5EF4-FFF2-40B4-BE49-F238E27FC236}">
                    <a16:creationId xmlns:a16="http://schemas.microsoft.com/office/drawing/2014/main" id="{2453BC63-7F96-0CBC-3099-98980F302285}"/>
                  </a:ext>
                </a:extLst>
              </p:cNvPr>
              <p:cNvPicPr/>
              <p:nvPr/>
            </p:nvPicPr>
            <p:blipFill>
              <a:blip r:embed="rId30"/>
              <a:stretch>
                <a:fillRect/>
              </a:stretch>
            </p:blipFill>
            <p:spPr>
              <a:xfrm>
                <a:off x="766431" y="6358156"/>
                <a:ext cx="18000" cy="108000"/>
              </a:xfrm>
              <a:prstGeom prst="rect">
                <a:avLst/>
              </a:prstGeom>
            </p:spPr>
          </p:pic>
        </mc:Fallback>
      </mc:AlternateContent>
      <p:pic>
        <p:nvPicPr>
          <p:cNvPr id="1036" name="Content Placeholder 1031">
            <a:extLst>
              <a:ext uri="{FF2B5EF4-FFF2-40B4-BE49-F238E27FC236}">
                <a16:creationId xmlns:a16="http://schemas.microsoft.com/office/drawing/2014/main" id="{0B0AB39D-B483-EDC4-F748-C7E01C54D88D}"/>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1061362" y="8351144"/>
            <a:ext cx="5263829" cy="2322451"/>
          </a:xfrm>
          <a:prstGeom prst="rect">
            <a:avLst/>
          </a:prstGeom>
        </p:spPr>
      </p:pic>
      <p:pic>
        <p:nvPicPr>
          <p:cNvPr id="1037" name="Picture 1036">
            <a:extLst>
              <a:ext uri="{FF2B5EF4-FFF2-40B4-BE49-F238E27FC236}">
                <a16:creationId xmlns:a16="http://schemas.microsoft.com/office/drawing/2014/main" id="{FF4B5A73-369F-CE3B-80FD-A9B5FAC62335}"/>
              </a:ext>
            </a:extLst>
          </p:cNvPr>
          <p:cNvPicPr>
            <a:picLocks noChangeAspect="1"/>
          </p:cNvPicPr>
          <p:nvPr/>
        </p:nvPicPr>
        <p:blipFill>
          <a:blip r:embed="rId32">
            <a:clrChange>
              <a:clrFrom>
                <a:srgbClr val="424245"/>
              </a:clrFrom>
              <a:clrTo>
                <a:srgbClr val="424245">
                  <a:alpha val="0"/>
                </a:srgbClr>
              </a:clrTo>
            </a:clrChange>
            <a:extLst>
              <a:ext uri="{28A0092B-C50C-407E-A947-70E740481C1C}">
                <a14:useLocalDpi xmlns:a14="http://schemas.microsoft.com/office/drawing/2010/main" val="0"/>
              </a:ext>
            </a:extLst>
          </a:blip>
          <a:stretch>
            <a:fillRect/>
          </a:stretch>
        </p:blipFill>
        <p:spPr>
          <a:xfrm>
            <a:off x="902497" y="6367600"/>
            <a:ext cx="6038473" cy="1955229"/>
          </a:xfrm>
          <a:prstGeom prst="rect">
            <a:avLst/>
          </a:prstGeom>
        </p:spPr>
      </p:pic>
      <mc:AlternateContent xmlns:mc="http://schemas.openxmlformats.org/markup-compatibility/2006" xmlns:p14="http://schemas.microsoft.com/office/powerpoint/2010/main">
        <mc:Choice Requires="p14">
          <p:contentPart p14:bwMode="auto" r:id="rId33">
            <p14:nvContentPartPr>
              <p14:cNvPr id="1043" name="Ink 1042">
                <a:extLst>
                  <a:ext uri="{FF2B5EF4-FFF2-40B4-BE49-F238E27FC236}">
                    <a16:creationId xmlns:a16="http://schemas.microsoft.com/office/drawing/2014/main" id="{17AD8972-6C11-54F9-E679-4CFBB6914149}"/>
                  </a:ext>
                </a:extLst>
              </p14:cNvPr>
              <p14:cNvContentPartPr/>
              <p14:nvPr/>
            </p14:nvContentPartPr>
            <p14:xfrm>
              <a:off x="5374791" y="10289716"/>
              <a:ext cx="2011320" cy="360"/>
            </p14:xfrm>
          </p:contentPart>
        </mc:Choice>
        <mc:Fallback xmlns="">
          <p:pic>
            <p:nvPicPr>
              <p:cNvPr id="1043" name="Ink 1042">
                <a:extLst>
                  <a:ext uri="{FF2B5EF4-FFF2-40B4-BE49-F238E27FC236}">
                    <a16:creationId xmlns:a16="http://schemas.microsoft.com/office/drawing/2014/main" id="{17AD8972-6C11-54F9-E679-4CFBB6914149}"/>
                  </a:ext>
                </a:extLst>
              </p:cNvPr>
              <p:cNvPicPr/>
              <p:nvPr/>
            </p:nvPicPr>
            <p:blipFill>
              <a:blip r:embed="rId34"/>
              <a:stretch>
                <a:fillRect/>
              </a:stretch>
            </p:blipFill>
            <p:spPr>
              <a:xfrm>
                <a:off x="5311791" y="10226716"/>
                <a:ext cx="2136960" cy="126000"/>
              </a:xfrm>
              <a:prstGeom prst="rect">
                <a:avLst/>
              </a:prstGeom>
            </p:spPr>
          </p:pic>
        </mc:Fallback>
      </mc:AlternateContent>
    </p:spTree>
    <p:extLst>
      <p:ext uri="{BB962C8B-B14F-4D97-AF65-F5344CB8AC3E}">
        <p14:creationId xmlns:p14="http://schemas.microsoft.com/office/powerpoint/2010/main" val="3319583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399ACD-2A93-3D06-889B-B9EB5C70EB43}"/>
              </a:ext>
            </a:extLst>
          </p:cNvPr>
          <p:cNvSpPr>
            <a:spLocks noGrp="1"/>
          </p:cNvSpPr>
          <p:nvPr>
            <p:ph idx="1"/>
          </p:nvPr>
        </p:nvSpPr>
        <p:spPr>
          <a:xfrm>
            <a:off x="416051" y="377754"/>
            <a:ext cx="6546235" cy="9942653"/>
          </a:xfrm>
        </p:spPr>
        <p:txBody>
          <a:bodyPr>
            <a:normAutofit fontScale="92500" lnSpcReduction="10000"/>
          </a:bodyPr>
          <a:lstStyle/>
          <a:p>
            <a:pPr marL="0" indent="0">
              <a:buNone/>
            </a:pPr>
            <a:r>
              <a:rPr lang="en-US" sz="2000" dirty="0">
                <a:latin typeface="+mj-lt"/>
              </a:rPr>
              <a:t>6) 4-bit PIPO Register :</a:t>
            </a: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r>
              <a:rPr lang="en-US" sz="2000" b="1" i="1" u="sng" dirty="0">
                <a:latin typeface="+mj-lt"/>
              </a:rPr>
              <a:t>DISSCUSSION &amp; CONCLUSION :</a:t>
            </a:r>
          </a:p>
          <a:p>
            <a:pPr marL="0" indent="0">
              <a:buNone/>
            </a:pPr>
            <a:r>
              <a:rPr lang="en-US" sz="2000" dirty="0">
                <a:latin typeface="+mj-lt"/>
              </a:rPr>
              <a:t>The implementation of sequential and combinational circuits in a digital logic simulator successfully demonstrated the functionality of key components, including a 4-bit PIPO register, MUX, DEMUX, encoder, and decoder. Challenges such as synchronization and optimization were resolved through iterative testing, ensuring reliable operation. The project validated the effectiveness of digital simulation in understanding circuit behavior and signal processing, providing a strong foundation for further exploration of advanced digital components and enhancing overall design and analytical skills in digital systems.</a:t>
            </a:r>
            <a:endParaRPr lang="en-US" sz="2000" b="1" i="1" u="sng" dirty="0">
              <a:latin typeface="+mj-lt"/>
            </a:endParaRPr>
          </a:p>
          <a:p>
            <a:pPr marL="0" indent="0">
              <a:buNone/>
            </a:pPr>
            <a:endParaRPr lang="en-US" sz="2000" b="1" i="1" u="sng" dirty="0">
              <a:latin typeface="+mj-lt"/>
            </a:endParaRPr>
          </a:p>
        </p:txBody>
      </p:sp>
      <p:pic>
        <p:nvPicPr>
          <p:cNvPr id="5" name="Picture 4">
            <a:extLst>
              <a:ext uri="{FF2B5EF4-FFF2-40B4-BE49-F238E27FC236}">
                <a16:creationId xmlns:a16="http://schemas.microsoft.com/office/drawing/2014/main" id="{A9696A52-7B1F-9CB4-8795-4004B88DA9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750" y="2321307"/>
            <a:ext cx="5333959" cy="4438999"/>
          </a:xfrm>
          <a:prstGeom prst="rect">
            <a:avLst/>
          </a:prstGeom>
        </p:spPr>
      </p:pic>
      <p:pic>
        <p:nvPicPr>
          <p:cNvPr id="7" name="Picture 6">
            <a:extLst>
              <a:ext uri="{FF2B5EF4-FFF2-40B4-BE49-F238E27FC236}">
                <a16:creationId xmlns:a16="http://schemas.microsoft.com/office/drawing/2014/main" id="{DE65760E-FB8F-0BED-6EE2-2BC6C9434BDB}"/>
              </a:ext>
            </a:extLst>
          </p:cNvPr>
          <p:cNvPicPr>
            <a:picLocks noChangeAspect="1"/>
          </p:cNvPicPr>
          <p:nvPr/>
        </p:nvPicPr>
        <p:blipFill>
          <a:blip r:embed="rId3">
            <a:clrChange>
              <a:clrFrom>
                <a:srgbClr val="424245"/>
              </a:clrFrom>
              <a:clrTo>
                <a:srgbClr val="424245">
                  <a:alpha val="0"/>
                </a:srgbClr>
              </a:clrTo>
            </a:clrChange>
            <a:extLst>
              <a:ext uri="{28A0092B-C50C-407E-A947-70E740481C1C}">
                <a14:useLocalDpi xmlns:a14="http://schemas.microsoft.com/office/drawing/2010/main" val="0"/>
              </a:ext>
            </a:extLst>
          </a:blip>
          <a:stretch>
            <a:fillRect/>
          </a:stretch>
        </p:blipFill>
        <p:spPr>
          <a:xfrm>
            <a:off x="531248" y="695760"/>
            <a:ext cx="6315840" cy="1625547"/>
          </a:xfrm>
          <a:prstGeom prst="rect">
            <a:avLst/>
          </a:prstGeom>
        </p:spPr>
      </p:pic>
    </p:spTree>
    <p:extLst>
      <p:ext uri="{BB962C8B-B14F-4D97-AF65-F5344CB8AC3E}">
        <p14:creationId xmlns:p14="http://schemas.microsoft.com/office/powerpoint/2010/main" val="320549289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106</TotalTime>
  <Words>160</Words>
  <Application>Microsoft Office PowerPoint</Application>
  <PresentationFormat>Custom</PresentationFormat>
  <Paragraphs>104</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oshan bajracharya</dc:creator>
  <cp:lastModifiedBy>oshan bajracharya</cp:lastModifiedBy>
  <cp:revision>4</cp:revision>
  <dcterms:created xsi:type="dcterms:W3CDTF">2025-05-19T12:41:52Z</dcterms:created>
  <dcterms:modified xsi:type="dcterms:W3CDTF">2025-05-22T01:42:46Z</dcterms:modified>
</cp:coreProperties>
</file>