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56" r:id="rId3"/>
    <p:sldId id="257" r:id="rId4"/>
    <p:sldId id="258" r:id="rId5"/>
    <p:sldId id="259" r:id="rId6"/>
  </p:sldIdLst>
  <p:sldSz cx="7589838" cy="106981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39" d="100"/>
          <a:sy n="39" d="100"/>
        </p:scale>
        <p:origin x="1858"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9238" y="1750834"/>
            <a:ext cx="6451362" cy="3724546"/>
          </a:xfrm>
        </p:spPr>
        <p:txBody>
          <a:bodyPr anchor="b"/>
          <a:lstStyle>
            <a:lvl1pPr algn="ctr">
              <a:defRPr sz="4980"/>
            </a:lvl1pPr>
          </a:lstStyle>
          <a:p>
            <a:r>
              <a:rPr lang="en-US"/>
              <a:t>Click to edit Master title style</a:t>
            </a:r>
            <a:endParaRPr lang="en-US" dirty="0"/>
          </a:p>
        </p:txBody>
      </p:sp>
      <p:sp>
        <p:nvSpPr>
          <p:cNvPr id="3" name="Subtitle 2"/>
          <p:cNvSpPr>
            <a:spLocks noGrp="1"/>
          </p:cNvSpPr>
          <p:nvPr>
            <p:ph type="subTitle" idx="1"/>
          </p:nvPr>
        </p:nvSpPr>
        <p:spPr>
          <a:xfrm>
            <a:off x="948730" y="5619013"/>
            <a:ext cx="5692379" cy="2582912"/>
          </a:xfrm>
        </p:spPr>
        <p:txBody>
          <a:bodyPr/>
          <a:lstStyle>
            <a:lvl1pPr marL="0" indent="0" algn="ctr">
              <a:buNone/>
              <a:defRPr sz="1992"/>
            </a:lvl1pPr>
            <a:lvl2pPr marL="379476" indent="0" algn="ctr">
              <a:buNone/>
              <a:defRPr sz="1660"/>
            </a:lvl2pPr>
            <a:lvl3pPr marL="758952" indent="0" algn="ctr">
              <a:buNone/>
              <a:defRPr sz="1494"/>
            </a:lvl3pPr>
            <a:lvl4pPr marL="1138428" indent="0" algn="ctr">
              <a:buNone/>
              <a:defRPr sz="1328"/>
            </a:lvl4pPr>
            <a:lvl5pPr marL="1517904" indent="0" algn="ctr">
              <a:buNone/>
              <a:defRPr sz="1328"/>
            </a:lvl5pPr>
            <a:lvl6pPr marL="1897380" indent="0" algn="ctr">
              <a:buNone/>
              <a:defRPr sz="1328"/>
            </a:lvl6pPr>
            <a:lvl7pPr marL="2276856" indent="0" algn="ctr">
              <a:buNone/>
              <a:defRPr sz="1328"/>
            </a:lvl7pPr>
            <a:lvl8pPr marL="2656332" indent="0" algn="ctr">
              <a:buNone/>
              <a:defRPr sz="1328"/>
            </a:lvl8pPr>
            <a:lvl9pPr marL="3035808" indent="0" algn="ctr">
              <a:buNone/>
              <a:defRPr sz="132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A7AD29-D1AF-47DF-AD71-CEA8C009C45E}"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1F1A99-8BA6-4B5B-985A-DC576978DD62}" type="slidenum">
              <a:rPr lang="en-US" smtClean="0"/>
              <a:t>‹#›</a:t>
            </a:fld>
            <a:endParaRPr lang="en-US"/>
          </a:p>
        </p:txBody>
      </p:sp>
    </p:spTree>
    <p:extLst>
      <p:ext uri="{BB962C8B-B14F-4D97-AF65-F5344CB8AC3E}">
        <p14:creationId xmlns:p14="http://schemas.microsoft.com/office/powerpoint/2010/main" val="2232195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7AD29-D1AF-47DF-AD71-CEA8C009C45E}"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1F1A99-8BA6-4B5B-985A-DC576978DD62}" type="slidenum">
              <a:rPr lang="en-US" smtClean="0"/>
              <a:t>‹#›</a:t>
            </a:fld>
            <a:endParaRPr lang="en-US"/>
          </a:p>
        </p:txBody>
      </p:sp>
    </p:spTree>
    <p:extLst>
      <p:ext uri="{BB962C8B-B14F-4D97-AF65-F5344CB8AC3E}">
        <p14:creationId xmlns:p14="http://schemas.microsoft.com/office/powerpoint/2010/main" val="432687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7849" y="2667115"/>
            <a:ext cx="6546235" cy="4450138"/>
          </a:xfrm>
        </p:spPr>
        <p:txBody>
          <a:bodyPr anchor="b"/>
          <a:lstStyle>
            <a:lvl1pPr>
              <a:defRPr sz="4980"/>
            </a:lvl1pPr>
          </a:lstStyle>
          <a:p>
            <a:r>
              <a:rPr lang="en-US"/>
              <a:t>Click to edit Master title style</a:t>
            </a:r>
            <a:endParaRPr lang="en-US" dirty="0"/>
          </a:p>
        </p:txBody>
      </p:sp>
      <p:sp>
        <p:nvSpPr>
          <p:cNvPr id="3" name="Text Placeholder 2"/>
          <p:cNvSpPr>
            <a:spLocks noGrp="1"/>
          </p:cNvSpPr>
          <p:nvPr>
            <p:ph type="body" idx="1"/>
          </p:nvPr>
        </p:nvSpPr>
        <p:spPr>
          <a:xfrm>
            <a:off x="517849" y="7159353"/>
            <a:ext cx="6546235" cy="2340222"/>
          </a:xfrm>
        </p:spPr>
        <p:txBody>
          <a:bodyPr/>
          <a:lstStyle>
            <a:lvl1pPr marL="0" indent="0">
              <a:buNone/>
              <a:defRPr sz="1992">
                <a:solidFill>
                  <a:schemeClr val="tx1"/>
                </a:solidFill>
              </a:defRPr>
            </a:lvl1pPr>
            <a:lvl2pPr marL="379476" indent="0">
              <a:buNone/>
              <a:defRPr sz="1660">
                <a:solidFill>
                  <a:schemeClr val="tx1">
                    <a:tint val="75000"/>
                  </a:schemeClr>
                </a:solidFill>
              </a:defRPr>
            </a:lvl2pPr>
            <a:lvl3pPr marL="758952" indent="0">
              <a:buNone/>
              <a:defRPr sz="1494">
                <a:solidFill>
                  <a:schemeClr val="tx1">
                    <a:tint val="75000"/>
                  </a:schemeClr>
                </a:solidFill>
              </a:defRPr>
            </a:lvl3pPr>
            <a:lvl4pPr marL="1138428" indent="0">
              <a:buNone/>
              <a:defRPr sz="1328">
                <a:solidFill>
                  <a:schemeClr val="tx1">
                    <a:tint val="75000"/>
                  </a:schemeClr>
                </a:solidFill>
              </a:defRPr>
            </a:lvl4pPr>
            <a:lvl5pPr marL="1517904" indent="0">
              <a:buNone/>
              <a:defRPr sz="1328">
                <a:solidFill>
                  <a:schemeClr val="tx1">
                    <a:tint val="75000"/>
                  </a:schemeClr>
                </a:solidFill>
              </a:defRPr>
            </a:lvl5pPr>
            <a:lvl6pPr marL="1897380" indent="0">
              <a:buNone/>
              <a:defRPr sz="1328">
                <a:solidFill>
                  <a:schemeClr val="tx1">
                    <a:tint val="75000"/>
                  </a:schemeClr>
                </a:solidFill>
              </a:defRPr>
            </a:lvl6pPr>
            <a:lvl7pPr marL="2276856" indent="0">
              <a:buNone/>
              <a:defRPr sz="1328">
                <a:solidFill>
                  <a:schemeClr val="tx1">
                    <a:tint val="75000"/>
                  </a:schemeClr>
                </a:solidFill>
              </a:defRPr>
            </a:lvl7pPr>
            <a:lvl8pPr marL="2656332" indent="0">
              <a:buNone/>
              <a:defRPr sz="1328">
                <a:solidFill>
                  <a:schemeClr val="tx1">
                    <a:tint val="75000"/>
                  </a:schemeClr>
                </a:solidFill>
              </a:defRPr>
            </a:lvl8pPr>
            <a:lvl9pPr marL="3035808" indent="0">
              <a:buNone/>
              <a:defRPr sz="132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7AD29-D1AF-47DF-AD71-CEA8C009C45E}"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1F1A99-8BA6-4B5B-985A-DC576978DD62}" type="slidenum">
              <a:rPr lang="en-US" smtClean="0"/>
              <a:t>‹#›</a:t>
            </a:fld>
            <a:endParaRPr lang="en-US"/>
          </a:p>
        </p:txBody>
      </p:sp>
    </p:spTree>
    <p:extLst>
      <p:ext uri="{BB962C8B-B14F-4D97-AF65-F5344CB8AC3E}">
        <p14:creationId xmlns:p14="http://schemas.microsoft.com/office/powerpoint/2010/main" val="3180548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21801" y="2847891"/>
            <a:ext cx="3225681" cy="6787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42356" y="2847891"/>
            <a:ext cx="3225681" cy="6787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A7AD29-D1AF-47DF-AD71-CEA8C009C45E}"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1F1A99-8BA6-4B5B-985A-DC576978DD62}" type="slidenum">
              <a:rPr lang="en-US" smtClean="0"/>
              <a:t>‹#›</a:t>
            </a:fld>
            <a:endParaRPr lang="en-US"/>
          </a:p>
        </p:txBody>
      </p:sp>
    </p:spTree>
    <p:extLst>
      <p:ext uri="{BB962C8B-B14F-4D97-AF65-F5344CB8AC3E}">
        <p14:creationId xmlns:p14="http://schemas.microsoft.com/office/powerpoint/2010/main" val="158667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2790" y="569580"/>
            <a:ext cx="6546235" cy="20678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2791" y="2622536"/>
            <a:ext cx="3210857" cy="1285265"/>
          </a:xfrm>
        </p:spPr>
        <p:txBody>
          <a:bodyPr anchor="b"/>
          <a:lstStyle>
            <a:lvl1pPr marL="0" indent="0">
              <a:buNone/>
              <a:defRPr sz="1992" b="1"/>
            </a:lvl1pPr>
            <a:lvl2pPr marL="379476" indent="0">
              <a:buNone/>
              <a:defRPr sz="1660" b="1"/>
            </a:lvl2pPr>
            <a:lvl3pPr marL="758952" indent="0">
              <a:buNone/>
              <a:defRPr sz="1494" b="1"/>
            </a:lvl3pPr>
            <a:lvl4pPr marL="1138428" indent="0">
              <a:buNone/>
              <a:defRPr sz="1328" b="1"/>
            </a:lvl4pPr>
            <a:lvl5pPr marL="1517904" indent="0">
              <a:buNone/>
              <a:defRPr sz="1328" b="1"/>
            </a:lvl5pPr>
            <a:lvl6pPr marL="1897380" indent="0">
              <a:buNone/>
              <a:defRPr sz="1328" b="1"/>
            </a:lvl6pPr>
            <a:lvl7pPr marL="2276856" indent="0">
              <a:buNone/>
              <a:defRPr sz="1328" b="1"/>
            </a:lvl7pPr>
            <a:lvl8pPr marL="2656332" indent="0">
              <a:buNone/>
              <a:defRPr sz="1328" b="1"/>
            </a:lvl8pPr>
            <a:lvl9pPr marL="3035808" indent="0">
              <a:buNone/>
              <a:defRPr sz="1328" b="1"/>
            </a:lvl9pPr>
          </a:lstStyle>
          <a:p>
            <a:pPr lvl="0"/>
            <a:r>
              <a:rPr lang="en-US"/>
              <a:t>Click to edit Master text styles</a:t>
            </a:r>
          </a:p>
        </p:txBody>
      </p:sp>
      <p:sp>
        <p:nvSpPr>
          <p:cNvPr id="4" name="Content Placeholder 3"/>
          <p:cNvSpPr>
            <a:spLocks noGrp="1"/>
          </p:cNvSpPr>
          <p:nvPr>
            <p:ph sz="half" idx="2"/>
          </p:nvPr>
        </p:nvSpPr>
        <p:spPr>
          <a:xfrm>
            <a:off x="522791" y="3907801"/>
            <a:ext cx="3210857" cy="574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42356" y="2622536"/>
            <a:ext cx="3226670" cy="1285265"/>
          </a:xfrm>
        </p:spPr>
        <p:txBody>
          <a:bodyPr anchor="b"/>
          <a:lstStyle>
            <a:lvl1pPr marL="0" indent="0">
              <a:buNone/>
              <a:defRPr sz="1992" b="1"/>
            </a:lvl1pPr>
            <a:lvl2pPr marL="379476" indent="0">
              <a:buNone/>
              <a:defRPr sz="1660" b="1"/>
            </a:lvl2pPr>
            <a:lvl3pPr marL="758952" indent="0">
              <a:buNone/>
              <a:defRPr sz="1494" b="1"/>
            </a:lvl3pPr>
            <a:lvl4pPr marL="1138428" indent="0">
              <a:buNone/>
              <a:defRPr sz="1328" b="1"/>
            </a:lvl4pPr>
            <a:lvl5pPr marL="1517904" indent="0">
              <a:buNone/>
              <a:defRPr sz="1328" b="1"/>
            </a:lvl5pPr>
            <a:lvl6pPr marL="1897380" indent="0">
              <a:buNone/>
              <a:defRPr sz="1328" b="1"/>
            </a:lvl6pPr>
            <a:lvl7pPr marL="2276856" indent="0">
              <a:buNone/>
              <a:defRPr sz="1328" b="1"/>
            </a:lvl7pPr>
            <a:lvl8pPr marL="2656332" indent="0">
              <a:buNone/>
              <a:defRPr sz="1328" b="1"/>
            </a:lvl8pPr>
            <a:lvl9pPr marL="3035808" indent="0">
              <a:buNone/>
              <a:defRPr sz="1328" b="1"/>
            </a:lvl9pPr>
          </a:lstStyle>
          <a:p>
            <a:pPr lvl="0"/>
            <a:r>
              <a:rPr lang="en-US"/>
              <a:t>Click to edit Master text styles</a:t>
            </a:r>
          </a:p>
        </p:txBody>
      </p:sp>
      <p:sp>
        <p:nvSpPr>
          <p:cNvPr id="6" name="Content Placeholder 5"/>
          <p:cNvSpPr>
            <a:spLocks noGrp="1"/>
          </p:cNvSpPr>
          <p:nvPr>
            <p:ph sz="quarter" idx="4"/>
          </p:nvPr>
        </p:nvSpPr>
        <p:spPr>
          <a:xfrm>
            <a:off x="3842356" y="3907801"/>
            <a:ext cx="3226670" cy="574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A7AD29-D1AF-47DF-AD71-CEA8C009C45E}" type="datetimeFigureOut">
              <a:rPr lang="en-US" smtClean="0"/>
              <a:t>6/19/2025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1F1A99-8BA6-4B5B-985A-DC576978DD62}" type="slidenum">
              <a:rPr lang="en-US" smtClean="0"/>
              <a:t>‹#›</a:t>
            </a:fld>
            <a:endParaRPr lang="en-US"/>
          </a:p>
        </p:txBody>
      </p:sp>
    </p:spTree>
    <p:extLst>
      <p:ext uri="{BB962C8B-B14F-4D97-AF65-F5344CB8AC3E}">
        <p14:creationId xmlns:p14="http://schemas.microsoft.com/office/powerpoint/2010/main" val="408747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A7AD29-D1AF-47DF-AD71-CEA8C009C45E}" type="datetimeFigureOut">
              <a:rPr lang="en-US" smtClean="0"/>
              <a:t>6/19/2025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1F1A99-8BA6-4B5B-985A-DC576978DD62}" type="slidenum">
              <a:rPr lang="en-US" smtClean="0"/>
              <a:t>‹#›</a:t>
            </a:fld>
            <a:endParaRPr lang="en-US"/>
          </a:p>
        </p:txBody>
      </p:sp>
    </p:spTree>
    <p:extLst>
      <p:ext uri="{BB962C8B-B14F-4D97-AF65-F5344CB8AC3E}">
        <p14:creationId xmlns:p14="http://schemas.microsoft.com/office/powerpoint/2010/main" val="3282547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A7AD29-D1AF-47DF-AD71-CEA8C009C45E}" type="datetimeFigureOut">
              <a:rPr lang="en-US" smtClean="0"/>
              <a:t>6/19/2025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1F1A99-8BA6-4B5B-985A-DC576978DD62}" type="slidenum">
              <a:rPr lang="en-US" smtClean="0"/>
              <a:t>‹#›</a:t>
            </a:fld>
            <a:endParaRPr lang="en-US"/>
          </a:p>
        </p:txBody>
      </p:sp>
    </p:spTree>
    <p:extLst>
      <p:ext uri="{BB962C8B-B14F-4D97-AF65-F5344CB8AC3E}">
        <p14:creationId xmlns:p14="http://schemas.microsoft.com/office/powerpoint/2010/main" val="2181042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2790" y="713211"/>
            <a:ext cx="2447920" cy="2496238"/>
          </a:xfrm>
        </p:spPr>
        <p:txBody>
          <a:bodyPr anchor="b"/>
          <a:lstStyle>
            <a:lvl1pPr>
              <a:defRPr sz="2656"/>
            </a:lvl1pPr>
          </a:lstStyle>
          <a:p>
            <a:r>
              <a:rPr lang="en-US"/>
              <a:t>Click to edit Master title style</a:t>
            </a:r>
            <a:endParaRPr lang="en-US" dirty="0"/>
          </a:p>
        </p:txBody>
      </p:sp>
      <p:sp>
        <p:nvSpPr>
          <p:cNvPr id="3" name="Content Placeholder 2"/>
          <p:cNvSpPr>
            <a:spLocks noGrp="1"/>
          </p:cNvSpPr>
          <p:nvPr>
            <p:ph idx="1"/>
          </p:nvPr>
        </p:nvSpPr>
        <p:spPr>
          <a:xfrm>
            <a:off x="3226670" y="1540340"/>
            <a:ext cx="3842355" cy="7602630"/>
          </a:xfrm>
        </p:spPr>
        <p:txBody>
          <a:bodyPr/>
          <a:lstStyle>
            <a:lvl1pPr>
              <a:defRPr sz="2656"/>
            </a:lvl1pPr>
            <a:lvl2pPr>
              <a:defRPr sz="2324"/>
            </a:lvl2pPr>
            <a:lvl3pPr>
              <a:defRPr sz="1992"/>
            </a:lvl3pPr>
            <a:lvl4pPr>
              <a:defRPr sz="1660"/>
            </a:lvl4pPr>
            <a:lvl5pPr>
              <a:defRPr sz="1660"/>
            </a:lvl5pPr>
            <a:lvl6pPr>
              <a:defRPr sz="1660"/>
            </a:lvl6pPr>
            <a:lvl7pPr>
              <a:defRPr sz="1660"/>
            </a:lvl7pPr>
            <a:lvl8pPr>
              <a:defRPr sz="1660"/>
            </a:lvl8pPr>
            <a:lvl9pPr>
              <a:defRPr sz="16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2790" y="3209449"/>
            <a:ext cx="2447920" cy="5945901"/>
          </a:xfrm>
        </p:spPr>
        <p:txBody>
          <a:bodyPr/>
          <a:lstStyle>
            <a:lvl1pPr marL="0" indent="0">
              <a:buNone/>
              <a:defRPr sz="1328"/>
            </a:lvl1pPr>
            <a:lvl2pPr marL="379476" indent="0">
              <a:buNone/>
              <a:defRPr sz="1162"/>
            </a:lvl2pPr>
            <a:lvl3pPr marL="758952" indent="0">
              <a:buNone/>
              <a:defRPr sz="996"/>
            </a:lvl3pPr>
            <a:lvl4pPr marL="1138428" indent="0">
              <a:buNone/>
              <a:defRPr sz="830"/>
            </a:lvl4pPr>
            <a:lvl5pPr marL="1517904" indent="0">
              <a:buNone/>
              <a:defRPr sz="830"/>
            </a:lvl5pPr>
            <a:lvl6pPr marL="1897380" indent="0">
              <a:buNone/>
              <a:defRPr sz="830"/>
            </a:lvl6pPr>
            <a:lvl7pPr marL="2276856" indent="0">
              <a:buNone/>
              <a:defRPr sz="830"/>
            </a:lvl7pPr>
            <a:lvl8pPr marL="2656332" indent="0">
              <a:buNone/>
              <a:defRPr sz="830"/>
            </a:lvl8pPr>
            <a:lvl9pPr marL="3035808" indent="0">
              <a:buNone/>
              <a:defRPr sz="830"/>
            </a:lvl9pPr>
          </a:lstStyle>
          <a:p>
            <a:pPr lvl="0"/>
            <a:r>
              <a:rPr lang="en-US"/>
              <a:t>Click to edit Master text styles</a:t>
            </a:r>
          </a:p>
        </p:txBody>
      </p:sp>
      <p:sp>
        <p:nvSpPr>
          <p:cNvPr id="5" name="Date Placeholder 4"/>
          <p:cNvSpPr>
            <a:spLocks noGrp="1"/>
          </p:cNvSpPr>
          <p:nvPr>
            <p:ph type="dt" sz="half" idx="10"/>
          </p:nvPr>
        </p:nvSpPr>
        <p:spPr/>
        <p:txBody>
          <a:bodyPr/>
          <a:lstStyle/>
          <a:p>
            <a:fld id="{E4A7AD29-D1AF-47DF-AD71-CEA8C009C45E}"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1F1A99-8BA6-4B5B-985A-DC576978DD62}" type="slidenum">
              <a:rPr lang="en-US" smtClean="0"/>
              <a:t>‹#›</a:t>
            </a:fld>
            <a:endParaRPr lang="en-US"/>
          </a:p>
        </p:txBody>
      </p:sp>
    </p:spTree>
    <p:extLst>
      <p:ext uri="{BB962C8B-B14F-4D97-AF65-F5344CB8AC3E}">
        <p14:creationId xmlns:p14="http://schemas.microsoft.com/office/powerpoint/2010/main" val="3636891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2790" y="713211"/>
            <a:ext cx="2447920" cy="2496238"/>
          </a:xfrm>
        </p:spPr>
        <p:txBody>
          <a:bodyPr anchor="b"/>
          <a:lstStyle>
            <a:lvl1pPr>
              <a:defRPr sz="2656"/>
            </a:lvl1pPr>
          </a:lstStyle>
          <a:p>
            <a:r>
              <a:rPr lang="en-US"/>
              <a:t>Click to edit Master title style</a:t>
            </a:r>
            <a:endParaRPr lang="en-US" dirty="0"/>
          </a:p>
        </p:txBody>
      </p:sp>
      <p:sp>
        <p:nvSpPr>
          <p:cNvPr id="3" name="Picture Placeholder 2"/>
          <p:cNvSpPr>
            <a:spLocks noGrp="1" noChangeAspect="1"/>
          </p:cNvSpPr>
          <p:nvPr>
            <p:ph type="pic" idx="1"/>
          </p:nvPr>
        </p:nvSpPr>
        <p:spPr>
          <a:xfrm>
            <a:off x="3226670" y="1540340"/>
            <a:ext cx="3842355" cy="7602630"/>
          </a:xfrm>
        </p:spPr>
        <p:txBody>
          <a:bodyPr anchor="t"/>
          <a:lstStyle>
            <a:lvl1pPr marL="0" indent="0">
              <a:buNone/>
              <a:defRPr sz="2656"/>
            </a:lvl1pPr>
            <a:lvl2pPr marL="379476" indent="0">
              <a:buNone/>
              <a:defRPr sz="2324"/>
            </a:lvl2pPr>
            <a:lvl3pPr marL="758952" indent="0">
              <a:buNone/>
              <a:defRPr sz="1992"/>
            </a:lvl3pPr>
            <a:lvl4pPr marL="1138428" indent="0">
              <a:buNone/>
              <a:defRPr sz="1660"/>
            </a:lvl4pPr>
            <a:lvl5pPr marL="1517904" indent="0">
              <a:buNone/>
              <a:defRPr sz="1660"/>
            </a:lvl5pPr>
            <a:lvl6pPr marL="1897380" indent="0">
              <a:buNone/>
              <a:defRPr sz="1660"/>
            </a:lvl6pPr>
            <a:lvl7pPr marL="2276856" indent="0">
              <a:buNone/>
              <a:defRPr sz="1660"/>
            </a:lvl7pPr>
            <a:lvl8pPr marL="2656332" indent="0">
              <a:buNone/>
              <a:defRPr sz="1660"/>
            </a:lvl8pPr>
            <a:lvl9pPr marL="3035808" indent="0">
              <a:buNone/>
              <a:defRPr sz="1660"/>
            </a:lvl9pPr>
          </a:lstStyle>
          <a:p>
            <a:r>
              <a:rPr lang="en-US"/>
              <a:t>Click icon to add picture</a:t>
            </a:r>
            <a:endParaRPr lang="en-US" dirty="0"/>
          </a:p>
        </p:txBody>
      </p:sp>
      <p:sp>
        <p:nvSpPr>
          <p:cNvPr id="4" name="Text Placeholder 3"/>
          <p:cNvSpPr>
            <a:spLocks noGrp="1"/>
          </p:cNvSpPr>
          <p:nvPr>
            <p:ph type="body" sz="half" idx="2"/>
          </p:nvPr>
        </p:nvSpPr>
        <p:spPr>
          <a:xfrm>
            <a:off x="522790" y="3209449"/>
            <a:ext cx="2447920" cy="5945901"/>
          </a:xfrm>
        </p:spPr>
        <p:txBody>
          <a:bodyPr/>
          <a:lstStyle>
            <a:lvl1pPr marL="0" indent="0">
              <a:buNone/>
              <a:defRPr sz="1328"/>
            </a:lvl1pPr>
            <a:lvl2pPr marL="379476" indent="0">
              <a:buNone/>
              <a:defRPr sz="1162"/>
            </a:lvl2pPr>
            <a:lvl3pPr marL="758952" indent="0">
              <a:buNone/>
              <a:defRPr sz="996"/>
            </a:lvl3pPr>
            <a:lvl4pPr marL="1138428" indent="0">
              <a:buNone/>
              <a:defRPr sz="830"/>
            </a:lvl4pPr>
            <a:lvl5pPr marL="1517904" indent="0">
              <a:buNone/>
              <a:defRPr sz="830"/>
            </a:lvl5pPr>
            <a:lvl6pPr marL="1897380" indent="0">
              <a:buNone/>
              <a:defRPr sz="830"/>
            </a:lvl6pPr>
            <a:lvl7pPr marL="2276856" indent="0">
              <a:buNone/>
              <a:defRPr sz="830"/>
            </a:lvl7pPr>
            <a:lvl8pPr marL="2656332" indent="0">
              <a:buNone/>
              <a:defRPr sz="830"/>
            </a:lvl8pPr>
            <a:lvl9pPr marL="3035808" indent="0">
              <a:buNone/>
              <a:defRPr sz="830"/>
            </a:lvl9pPr>
          </a:lstStyle>
          <a:p>
            <a:pPr lvl="0"/>
            <a:r>
              <a:rPr lang="en-US"/>
              <a:t>Click to edit Master text styles</a:t>
            </a:r>
          </a:p>
        </p:txBody>
      </p:sp>
      <p:sp>
        <p:nvSpPr>
          <p:cNvPr id="5" name="Date Placeholder 4"/>
          <p:cNvSpPr>
            <a:spLocks noGrp="1"/>
          </p:cNvSpPr>
          <p:nvPr>
            <p:ph type="dt" sz="half" idx="10"/>
          </p:nvPr>
        </p:nvSpPr>
        <p:spPr/>
        <p:txBody>
          <a:bodyPr/>
          <a:lstStyle/>
          <a:p>
            <a:fld id="{E4A7AD29-D1AF-47DF-AD71-CEA8C009C45E}"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1F1A99-8BA6-4B5B-985A-DC576978DD62}" type="slidenum">
              <a:rPr lang="en-US" smtClean="0"/>
              <a:t>‹#›</a:t>
            </a:fld>
            <a:endParaRPr lang="en-US"/>
          </a:p>
        </p:txBody>
      </p:sp>
    </p:spTree>
    <p:extLst>
      <p:ext uri="{BB962C8B-B14F-4D97-AF65-F5344CB8AC3E}">
        <p14:creationId xmlns:p14="http://schemas.microsoft.com/office/powerpoint/2010/main" val="979345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7AD29-D1AF-47DF-AD71-CEA8C009C45E}"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1F1A99-8BA6-4B5B-985A-DC576978DD62}" type="slidenum">
              <a:rPr lang="en-US" smtClean="0"/>
              <a:t>‹#›</a:t>
            </a:fld>
            <a:endParaRPr lang="en-US"/>
          </a:p>
        </p:txBody>
      </p:sp>
    </p:spTree>
    <p:extLst>
      <p:ext uri="{BB962C8B-B14F-4D97-AF65-F5344CB8AC3E}">
        <p14:creationId xmlns:p14="http://schemas.microsoft.com/office/powerpoint/2010/main" val="2192804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31478" y="569578"/>
            <a:ext cx="1636559" cy="90661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21802" y="569578"/>
            <a:ext cx="4814803" cy="90661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7AD29-D1AF-47DF-AD71-CEA8C009C45E}"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1F1A99-8BA6-4B5B-985A-DC576978DD62}" type="slidenum">
              <a:rPr lang="en-US" smtClean="0"/>
              <a:t>‹#›</a:t>
            </a:fld>
            <a:endParaRPr lang="en-US"/>
          </a:p>
        </p:txBody>
      </p:sp>
    </p:spTree>
    <p:extLst>
      <p:ext uri="{BB962C8B-B14F-4D97-AF65-F5344CB8AC3E}">
        <p14:creationId xmlns:p14="http://schemas.microsoft.com/office/powerpoint/2010/main" val="3686594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1802" y="569580"/>
            <a:ext cx="6546235" cy="20678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21802" y="2847891"/>
            <a:ext cx="6546235" cy="67878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21801" y="9915615"/>
            <a:ext cx="1707714" cy="569578"/>
          </a:xfrm>
          <a:prstGeom prst="rect">
            <a:avLst/>
          </a:prstGeom>
        </p:spPr>
        <p:txBody>
          <a:bodyPr vert="horz" lIns="91440" tIns="45720" rIns="91440" bIns="45720" rtlCol="0" anchor="ctr"/>
          <a:lstStyle>
            <a:lvl1pPr algn="l">
              <a:defRPr sz="996">
                <a:solidFill>
                  <a:schemeClr val="tx1">
                    <a:tint val="75000"/>
                  </a:schemeClr>
                </a:solidFill>
              </a:defRPr>
            </a:lvl1pPr>
          </a:lstStyle>
          <a:p>
            <a:fld id="{E4A7AD29-D1AF-47DF-AD71-CEA8C009C45E}" type="datetimeFigureOut">
              <a:rPr lang="en-US" smtClean="0"/>
              <a:t>6/19/2025</a:t>
            </a:fld>
            <a:endParaRPr lang="en-US"/>
          </a:p>
        </p:txBody>
      </p:sp>
      <p:sp>
        <p:nvSpPr>
          <p:cNvPr id="5" name="Footer Placeholder 4"/>
          <p:cNvSpPr>
            <a:spLocks noGrp="1"/>
          </p:cNvSpPr>
          <p:nvPr>
            <p:ph type="ftr" sz="quarter" idx="3"/>
          </p:nvPr>
        </p:nvSpPr>
        <p:spPr>
          <a:xfrm>
            <a:off x="2514134" y="9915615"/>
            <a:ext cx="2561570" cy="569578"/>
          </a:xfrm>
          <a:prstGeom prst="rect">
            <a:avLst/>
          </a:prstGeom>
        </p:spPr>
        <p:txBody>
          <a:bodyPr vert="horz" lIns="91440" tIns="45720" rIns="91440" bIns="45720" rtlCol="0" anchor="ctr"/>
          <a:lstStyle>
            <a:lvl1pPr algn="ctr">
              <a:defRPr sz="99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60323" y="9915615"/>
            <a:ext cx="1707714" cy="569578"/>
          </a:xfrm>
          <a:prstGeom prst="rect">
            <a:avLst/>
          </a:prstGeom>
        </p:spPr>
        <p:txBody>
          <a:bodyPr vert="horz" lIns="91440" tIns="45720" rIns="91440" bIns="45720" rtlCol="0" anchor="ctr"/>
          <a:lstStyle>
            <a:lvl1pPr algn="r">
              <a:defRPr sz="996">
                <a:solidFill>
                  <a:schemeClr val="tx1">
                    <a:tint val="75000"/>
                  </a:schemeClr>
                </a:solidFill>
              </a:defRPr>
            </a:lvl1pPr>
          </a:lstStyle>
          <a:p>
            <a:fld id="{8D1F1A99-8BA6-4B5B-985A-DC576978DD62}" type="slidenum">
              <a:rPr lang="en-US" smtClean="0"/>
              <a:t>‹#›</a:t>
            </a:fld>
            <a:endParaRPr lang="en-US"/>
          </a:p>
        </p:txBody>
      </p:sp>
    </p:spTree>
    <p:extLst>
      <p:ext uri="{BB962C8B-B14F-4D97-AF65-F5344CB8AC3E}">
        <p14:creationId xmlns:p14="http://schemas.microsoft.com/office/powerpoint/2010/main" val="14741207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58952" rtl="0" eaLnBrk="1" latinLnBrk="0" hangingPunct="1">
        <a:lnSpc>
          <a:spcPct val="90000"/>
        </a:lnSpc>
        <a:spcBef>
          <a:spcPct val="0"/>
        </a:spcBef>
        <a:buNone/>
        <a:defRPr sz="3652" kern="1200">
          <a:solidFill>
            <a:schemeClr val="tx1"/>
          </a:solidFill>
          <a:latin typeface="+mj-lt"/>
          <a:ea typeface="+mj-ea"/>
          <a:cs typeface="+mj-cs"/>
        </a:defRPr>
      </a:lvl1pPr>
    </p:titleStyle>
    <p:bodyStyle>
      <a:lvl1pPr marL="189738" indent="-189738" algn="l" defTabSz="758952" rtl="0" eaLnBrk="1" latinLnBrk="0" hangingPunct="1">
        <a:lnSpc>
          <a:spcPct val="90000"/>
        </a:lnSpc>
        <a:spcBef>
          <a:spcPts val="830"/>
        </a:spcBef>
        <a:buFont typeface="Arial" panose="020B0604020202020204" pitchFamily="34" charset="0"/>
        <a:buChar char="•"/>
        <a:defRPr sz="2324" kern="1200">
          <a:solidFill>
            <a:schemeClr val="tx1"/>
          </a:solidFill>
          <a:latin typeface="+mn-lt"/>
          <a:ea typeface="+mn-ea"/>
          <a:cs typeface="+mn-cs"/>
        </a:defRPr>
      </a:lvl1pPr>
      <a:lvl2pPr marL="569214" indent="-189738" algn="l" defTabSz="758952" rtl="0" eaLnBrk="1" latinLnBrk="0" hangingPunct="1">
        <a:lnSpc>
          <a:spcPct val="90000"/>
        </a:lnSpc>
        <a:spcBef>
          <a:spcPts val="415"/>
        </a:spcBef>
        <a:buFont typeface="Arial" panose="020B0604020202020204" pitchFamily="34" charset="0"/>
        <a:buChar char="•"/>
        <a:defRPr sz="1992" kern="1200">
          <a:solidFill>
            <a:schemeClr val="tx1"/>
          </a:solidFill>
          <a:latin typeface="+mn-lt"/>
          <a:ea typeface="+mn-ea"/>
          <a:cs typeface="+mn-cs"/>
        </a:defRPr>
      </a:lvl2pPr>
      <a:lvl3pPr marL="948690" indent="-189738" algn="l" defTabSz="758952" rtl="0" eaLnBrk="1" latinLnBrk="0" hangingPunct="1">
        <a:lnSpc>
          <a:spcPct val="90000"/>
        </a:lnSpc>
        <a:spcBef>
          <a:spcPts val="415"/>
        </a:spcBef>
        <a:buFont typeface="Arial" panose="020B0604020202020204" pitchFamily="34" charset="0"/>
        <a:buChar char="•"/>
        <a:defRPr sz="1660" kern="1200">
          <a:solidFill>
            <a:schemeClr val="tx1"/>
          </a:solidFill>
          <a:latin typeface="+mn-lt"/>
          <a:ea typeface="+mn-ea"/>
          <a:cs typeface="+mn-cs"/>
        </a:defRPr>
      </a:lvl3pPr>
      <a:lvl4pPr marL="1328166"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4pPr>
      <a:lvl5pPr marL="1707642"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5pPr>
      <a:lvl6pPr marL="2087118"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6pPr>
      <a:lvl7pPr marL="2466594"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7pPr>
      <a:lvl8pPr marL="2846070"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8pPr>
      <a:lvl9pPr marL="3225546"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9pPr>
    </p:bodyStyle>
    <p:otherStyle>
      <a:defPPr>
        <a:defRPr lang="en-US"/>
      </a:defPPr>
      <a:lvl1pPr marL="0" algn="l" defTabSz="758952" rtl="0" eaLnBrk="1" latinLnBrk="0" hangingPunct="1">
        <a:defRPr sz="1494" kern="1200">
          <a:solidFill>
            <a:schemeClr val="tx1"/>
          </a:solidFill>
          <a:latin typeface="+mn-lt"/>
          <a:ea typeface="+mn-ea"/>
          <a:cs typeface="+mn-cs"/>
        </a:defRPr>
      </a:lvl1pPr>
      <a:lvl2pPr marL="379476" algn="l" defTabSz="758952" rtl="0" eaLnBrk="1" latinLnBrk="0" hangingPunct="1">
        <a:defRPr sz="1494" kern="1200">
          <a:solidFill>
            <a:schemeClr val="tx1"/>
          </a:solidFill>
          <a:latin typeface="+mn-lt"/>
          <a:ea typeface="+mn-ea"/>
          <a:cs typeface="+mn-cs"/>
        </a:defRPr>
      </a:lvl2pPr>
      <a:lvl3pPr marL="758952" algn="l" defTabSz="758952" rtl="0" eaLnBrk="1" latinLnBrk="0" hangingPunct="1">
        <a:defRPr sz="1494" kern="1200">
          <a:solidFill>
            <a:schemeClr val="tx1"/>
          </a:solidFill>
          <a:latin typeface="+mn-lt"/>
          <a:ea typeface="+mn-ea"/>
          <a:cs typeface="+mn-cs"/>
        </a:defRPr>
      </a:lvl3pPr>
      <a:lvl4pPr marL="1138428" algn="l" defTabSz="758952" rtl="0" eaLnBrk="1" latinLnBrk="0" hangingPunct="1">
        <a:defRPr sz="1494" kern="1200">
          <a:solidFill>
            <a:schemeClr val="tx1"/>
          </a:solidFill>
          <a:latin typeface="+mn-lt"/>
          <a:ea typeface="+mn-ea"/>
          <a:cs typeface="+mn-cs"/>
        </a:defRPr>
      </a:lvl4pPr>
      <a:lvl5pPr marL="1517904" algn="l" defTabSz="758952" rtl="0" eaLnBrk="1" latinLnBrk="0" hangingPunct="1">
        <a:defRPr sz="1494" kern="1200">
          <a:solidFill>
            <a:schemeClr val="tx1"/>
          </a:solidFill>
          <a:latin typeface="+mn-lt"/>
          <a:ea typeface="+mn-ea"/>
          <a:cs typeface="+mn-cs"/>
        </a:defRPr>
      </a:lvl5pPr>
      <a:lvl6pPr marL="1897380" algn="l" defTabSz="758952" rtl="0" eaLnBrk="1" latinLnBrk="0" hangingPunct="1">
        <a:defRPr sz="1494" kern="1200">
          <a:solidFill>
            <a:schemeClr val="tx1"/>
          </a:solidFill>
          <a:latin typeface="+mn-lt"/>
          <a:ea typeface="+mn-ea"/>
          <a:cs typeface="+mn-cs"/>
        </a:defRPr>
      </a:lvl6pPr>
      <a:lvl7pPr marL="2276856" algn="l" defTabSz="758952" rtl="0" eaLnBrk="1" latinLnBrk="0" hangingPunct="1">
        <a:defRPr sz="1494" kern="1200">
          <a:solidFill>
            <a:schemeClr val="tx1"/>
          </a:solidFill>
          <a:latin typeface="+mn-lt"/>
          <a:ea typeface="+mn-ea"/>
          <a:cs typeface="+mn-cs"/>
        </a:defRPr>
      </a:lvl7pPr>
      <a:lvl8pPr marL="2656332" algn="l" defTabSz="758952" rtl="0" eaLnBrk="1" latinLnBrk="0" hangingPunct="1">
        <a:defRPr sz="1494" kern="1200">
          <a:solidFill>
            <a:schemeClr val="tx1"/>
          </a:solidFill>
          <a:latin typeface="+mn-lt"/>
          <a:ea typeface="+mn-ea"/>
          <a:cs typeface="+mn-cs"/>
        </a:defRPr>
      </a:lvl8pPr>
      <a:lvl9pPr marL="3035808" algn="l" defTabSz="758952" rtl="0" eaLnBrk="1" latinLnBrk="0" hangingPunct="1">
        <a:defRPr sz="14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4C9BDA1-465D-83B9-34E2-736E999D4295}"/>
              </a:ext>
            </a:extLst>
          </p:cNvPr>
          <p:cNvSpPr>
            <a:spLocks noGrp="1"/>
          </p:cNvSpPr>
          <p:nvPr>
            <p:ph type="subTitle" idx="1"/>
          </p:nvPr>
        </p:nvSpPr>
        <p:spPr>
          <a:xfrm>
            <a:off x="496389" y="352697"/>
            <a:ext cx="6557553" cy="10019212"/>
          </a:xfrm>
        </p:spPr>
        <p:txBody>
          <a:bodyPr/>
          <a:lstStyle/>
          <a:p>
            <a:pPr algn="l"/>
            <a:endParaRPr lang="en-US" dirty="0"/>
          </a:p>
        </p:txBody>
      </p:sp>
      <p:pic>
        <p:nvPicPr>
          <p:cNvPr id="4" name="Picture 6">
            <a:extLst>
              <a:ext uri="{FF2B5EF4-FFF2-40B4-BE49-F238E27FC236}">
                <a16:creationId xmlns:a16="http://schemas.microsoft.com/office/drawing/2014/main" id="{AD7D6207-4D57-A2A6-D419-F925D6444ED0}"/>
              </a:ext>
            </a:extLst>
          </p:cNvPr>
          <p:cNvPicPr>
            <a:picLocks noChangeAspect="1"/>
          </p:cNvPicPr>
          <p:nvPr/>
        </p:nvPicPr>
        <p:blipFill>
          <a:blip r:embed="rId2">
            <a:lum/>
            <a:alphaModFix/>
          </a:blip>
          <a:srcRect/>
          <a:stretch>
            <a:fillRect/>
          </a:stretch>
        </p:blipFill>
        <p:spPr>
          <a:xfrm rot="18598">
            <a:off x="-677689" y="279166"/>
            <a:ext cx="9584146" cy="1531053"/>
          </a:xfrm>
          <a:prstGeom prst="rect">
            <a:avLst/>
          </a:prstGeom>
          <a:noFill/>
          <a:ln cap="flat">
            <a:noFill/>
          </a:ln>
        </p:spPr>
      </p:pic>
      <p:pic>
        <p:nvPicPr>
          <p:cNvPr id="5" name="Picture 7">
            <a:extLst>
              <a:ext uri="{FF2B5EF4-FFF2-40B4-BE49-F238E27FC236}">
                <a16:creationId xmlns:a16="http://schemas.microsoft.com/office/drawing/2014/main" id="{A2D87239-D33F-3F28-91BA-667884DADB4A}"/>
              </a:ext>
            </a:extLst>
          </p:cNvPr>
          <p:cNvPicPr>
            <a:picLocks noChangeAspect="1"/>
          </p:cNvPicPr>
          <p:nvPr/>
        </p:nvPicPr>
        <p:blipFill>
          <a:blip r:embed="rId3">
            <a:lum/>
            <a:alphaModFix/>
          </a:blip>
          <a:srcRect/>
          <a:stretch>
            <a:fillRect/>
          </a:stretch>
        </p:blipFill>
        <p:spPr>
          <a:xfrm>
            <a:off x="2366723" y="2686379"/>
            <a:ext cx="2826227" cy="2826227"/>
          </a:xfrm>
          <a:prstGeom prst="rect">
            <a:avLst/>
          </a:prstGeom>
          <a:noFill/>
          <a:ln cap="flat">
            <a:noFill/>
          </a:ln>
        </p:spPr>
      </p:pic>
      <p:sp>
        <p:nvSpPr>
          <p:cNvPr id="6" name="TextBox 8">
            <a:extLst>
              <a:ext uri="{FF2B5EF4-FFF2-40B4-BE49-F238E27FC236}">
                <a16:creationId xmlns:a16="http://schemas.microsoft.com/office/drawing/2014/main" id="{385D12FF-AF51-BE10-FA45-15A8675803CA}"/>
              </a:ext>
            </a:extLst>
          </p:cNvPr>
          <p:cNvSpPr txBox="1"/>
          <p:nvPr/>
        </p:nvSpPr>
        <p:spPr>
          <a:xfrm>
            <a:off x="906591" y="5970739"/>
            <a:ext cx="5925202" cy="1435626"/>
          </a:xfrm>
          <a:prstGeom prst="rect">
            <a:avLst/>
          </a:prstGeom>
          <a:noFill/>
          <a:ln cap="flat">
            <a:noFill/>
          </a:ln>
        </p:spPr>
        <p:txBody>
          <a:bodyPr vert="horz" wrap="square" lIns="0" tIns="0" rIns="0" bIns="0" anchor="ctr" anchorCtr="1" compatLnSpc="1">
            <a:noAutofit/>
          </a:bodyPr>
          <a:lstStyle/>
          <a:p>
            <a:pPr marL="0" marR="0" lvl="0" indent="0" algn="ctr" defTabSz="457200" rtl="0" fontAlgn="auto" hangingPunct="0">
              <a:lnSpc>
                <a:spcPct val="100000"/>
              </a:lnSpc>
              <a:spcBef>
                <a:spcPts val="0"/>
              </a:spcBef>
              <a:spcAft>
                <a:spcPts val="0"/>
              </a:spcAft>
              <a:buNone/>
              <a:tabLst/>
              <a:defRPr sz="1000" b="0" i="0" u="none" strike="noStrike" kern="0" cap="none" spc="0" baseline="0">
                <a:solidFill>
                  <a:srgbClr val="000000"/>
                </a:solidFill>
                <a:uFillTx/>
                <a:latin typeface="Arial Rounded MT Bold" pitchFamily="34"/>
              </a:defRPr>
            </a:pPr>
            <a:r>
              <a:rPr lang="en-US" sz="2000" b="0" i="1" u="none" strike="noStrike" kern="1200" cap="none" spc="0" baseline="0" dirty="0">
                <a:solidFill>
                  <a:srgbClr val="000000"/>
                </a:solidFill>
                <a:highlight>
                  <a:scrgbClr r="0" g="0" b="0">
                    <a:alpha val="0"/>
                  </a:scrgbClr>
                </a:highlight>
                <a:uFillTx/>
                <a:latin typeface="Arial Narrow" pitchFamily="34"/>
                <a:ea typeface="Microsoft YaHei" pitchFamily="2"/>
                <a:cs typeface="Arial" pitchFamily="2"/>
              </a:rPr>
              <a:t>LAB REPORT NO:-04</a:t>
            </a:r>
          </a:p>
          <a:p>
            <a:pPr algn="ctr" hangingPunct="0">
              <a:defRPr sz="1000" b="0" i="0" u="none" strike="noStrike" kern="0" cap="none" spc="0" baseline="0">
                <a:solidFill>
                  <a:srgbClr val="000000"/>
                </a:solidFill>
                <a:uFillTx/>
                <a:latin typeface="Arial Rounded MT Bold" pitchFamily="34"/>
              </a:defRPr>
            </a:pPr>
            <a:r>
              <a:rPr lang="en-US" sz="2000" b="0" i="1" u="none" strike="noStrike" kern="1200" cap="none" spc="0" baseline="0" dirty="0">
                <a:solidFill>
                  <a:srgbClr val="000000"/>
                </a:solidFill>
                <a:highlight>
                  <a:scrgbClr r="0" g="0" b="0">
                    <a:alpha val="0"/>
                  </a:scrgbClr>
                </a:highlight>
                <a:uFillTx/>
                <a:latin typeface="Arial Narrow" pitchFamily="34"/>
                <a:ea typeface="Microsoft YaHei" pitchFamily="2"/>
                <a:cs typeface="Arial" pitchFamily="2"/>
              </a:rPr>
              <a:t> LAB REPORT ON:-</a:t>
            </a:r>
          </a:p>
          <a:p>
            <a:pPr algn="ctr" hangingPunct="0">
              <a:defRPr sz="1000" b="0" i="0" u="none" strike="noStrike" kern="0" cap="none" spc="0" baseline="0">
                <a:solidFill>
                  <a:srgbClr val="000000"/>
                </a:solidFill>
                <a:uFillTx/>
                <a:latin typeface="Arial Rounded MT Bold" pitchFamily="34"/>
              </a:defRPr>
            </a:pPr>
            <a:r>
              <a:rPr lang="en-US" sz="2000" kern="0" dirty="0">
                <a:solidFill>
                  <a:srgbClr val="000000"/>
                </a:solidFill>
                <a:highlight>
                  <a:scrgbClr r="0" g="0" b="0">
                    <a:alpha val="0"/>
                  </a:scrgbClr>
                </a:highlight>
                <a:latin typeface="+mj-lt"/>
              </a:rPr>
              <a:t>Curve Fitting Using Regression Analysis</a:t>
            </a:r>
          </a:p>
          <a:p>
            <a:pPr marL="0" marR="0" lvl="0" indent="0" algn="ctr" defTabSz="457200" rtl="0" fontAlgn="auto" hangingPunct="0">
              <a:lnSpc>
                <a:spcPct val="100000"/>
              </a:lnSpc>
              <a:spcBef>
                <a:spcPts val="0"/>
              </a:spcBef>
              <a:spcAft>
                <a:spcPts val="0"/>
              </a:spcAft>
              <a:buNone/>
              <a:tabLst/>
              <a:defRPr sz="1000" b="0" i="0" u="none" strike="noStrike" kern="0" cap="none" spc="0" baseline="0">
                <a:solidFill>
                  <a:srgbClr val="000000"/>
                </a:solidFill>
                <a:uFillTx/>
                <a:latin typeface="Arial Rounded MT Bold" pitchFamily="34"/>
              </a:defRPr>
            </a:pPr>
            <a:endParaRPr lang="en-US" sz="2000" b="0" i="1" u="none" strike="noStrike" kern="1200" cap="none" spc="0" baseline="0" dirty="0">
              <a:solidFill>
                <a:srgbClr val="000000"/>
              </a:solidFill>
              <a:highlight>
                <a:scrgbClr r="0" g="0" b="0">
                  <a:alpha val="0"/>
                </a:scrgbClr>
              </a:highlight>
              <a:uFillTx/>
              <a:latin typeface="Arial Narrow" pitchFamily="34"/>
              <a:ea typeface="Microsoft YaHei" pitchFamily="2"/>
              <a:cs typeface="Arial" pitchFamily="2"/>
            </a:endParaRPr>
          </a:p>
        </p:txBody>
      </p:sp>
      <p:sp>
        <p:nvSpPr>
          <p:cNvPr id="7" name="TextBox 8">
            <a:extLst>
              <a:ext uri="{FF2B5EF4-FFF2-40B4-BE49-F238E27FC236}">
                <a16:creationId xmlns:a16="http://schemas.microsoft.com/office/drawing/2014/main" id="{B06BA7C8-9562-DBF4-A387-3715F9FDA3FF}"/>
              </a:ext>
            </a:extLst>
          </p:cNvPr>
          <p:cNvSpPr txBox="1"/>
          <p:nvPr/>
        </p:nvSpPr>
        <p:spPr>
          <a:xfrm>
            <a:off x="906591" y="7864498"/>
            <a:ext cx="6415549" cy="2554540"/>
          </a:xfrm>
          <a:prstGeom prst="rect">
            <a:avLst/>
          </a:prstGeom>
          <a:noFill/>
          <a:ln cap="flat">
            <a:noFill/>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1" u="none" strike="noStrike" kern="1200" cap="none" spc="0" baseline="0" dirty="0">
                <a:solidFill>
                  <a:srgbClr val="000000"/>
                </a:solidFill>
                <a:uFillTx/>
                <a:latin typeface="Calibri"/>
              </a:rPr>
              <a:t>SUMMITTED BY:                               SUMMITTED TO:                                                                            </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Name: </a:t>
            </a:r>
            <a:r>
              <a:rPr lang="en-US" sz="2000" b="0" i="1" u="none" strike="noStrike" kern="0" cap="none" spc="0" baseline="0" dirty="0">
                <a:solidFill>
                  <a:srgbClr val="000000"/>
                </a:solidFill>
                <a:uFillTx/>
                <a:latin typeface="Calibri"/>
              </a:rPr>
              <a:t>Oshan Bajracharya         </a:t>
            </a:r>
            <a:r>
              <a:rPr lang="en-US" sz="2000" b="0" i="1" u="none" strike="noStrike" kern="1200" cap="none" spc="0" baseline="0" dirty="0">
                <a:solidFill>
                  <a:srgbClr val="000000"/>
                </a:solidFill>
                <a:uFillTx/>
                <a:latin typeface="Calibri"/>
              </a:rPr>
              <a:t>Department Of ICT</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Roll No: 230328                            Date of Experiment:</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Faculty: BE-Computer                   2082-02-29</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Group: B                                       Date of Submission:</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1" u="none" strike="noStrike" kern="1200" cap="none" spc="0" baseline="0" dirty="0">
                <a:solidFill>
                  <a:srgbClr val="000000"/>
                </a:solidFill>
                <a:uFillTx/>
                <a:latin typeface="Calibri"/>
              </a:rPr>
              <a:t>                                                         </a:t>
            </a:r>
            <a:r>
              <a:rPr lang="en-US" sz="2000" b="0" i="1" u="none" strike="noStrike" kern="0" cap="none" spc="0" baseline="0" dirty="0">
                <a:solidFill>
                  <a:srgbClr val="000000"/>
                </a:solidFill>
                <a:uFillTx/>
                <a:latin typeface="Calibri"/>
              </a:rPr>
              <a:t>2082-03-</a:t>
            </a:r>
            <a:r>
              <a:rPr lang="en-US" sz="2000" i="1" kern="0" dirty="0">
                <a:solidFill>
                  <a:srgbClr val="000000"/>
                </a:solidFill>
                <a:latin typeface="Calibri"/>
              </a:rPr>
              <a:t>05</a:t>
            </a:r>
            <a:endParaRPr lang="en-US" sz="2000" b="0" i="1" u="none" strike="noStrike" kern="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1"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1" u="sng" strike="noStrike" kern="1200" cap="none" spc="0" baseline="0" dirty="0">
              <a:solidFill>
                <a:srgbClr val="000000"/>
              </a:solidFill>
              <a:uFillTx/>
              <a:latin typeface="Calibri"/>
            </a:endParaRPr>
          </a:p>
        </p:txBody>
      </p:sp>
    </p:spTree>
    <p:extLst>
      <p:ext uri="{BB962C8B-B14F-4D97-AF65-F5344CB8AC3E}">
        <p14:creationId xmlns:p14="http://schemas.microsoft.com/office/powerpoint/2010/main" val="4075646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7A1FEB04-729C-37D0-6F65-CBA72A29CC7C}"/>
                  </a:ext>
                </a:extLst>
              </p:cNvPr>
              <p:cNvSpPr>
                <a:spLocks noGrp="1"/>
              </p:cNvSpPr>
              <p:nvPr>
                <p:ph type="subTitle" idx="1"/>
              </p:nvPr>
            </p:nvSpPr>
            <p:spPr>
              <a:xfrm>
                <a:off x="365760" y="261257"/>
                <a:ext cx="6835140" cy="10152743"/>
              </a:xfrm>
            </p:spPr>
            <p:txBody>
              <a:bodyPr>
                <a:noAutofit/>
              </a:bodyPr>
              <a:lstStyle/>
              <a:p>
                <a:pPr algn="l"/>
                <a:r>
                  <a:rPr lang="en-US" sz="1600" b="1" u="sng" dirty="0">
                    <a:latin typeface="+mj-lt"/>
                  </a:rPr>
                  <a:t>TITLE :</a:t>
                </a:r>
              </a:p>
              <a:p>
                <a:pPr algn="l"/>
                <a:r>
                  <a:rPr lang="en-US" sz="1600" dirty="0">
                    <a:latin typeface="+mj-lt"/>
                  </a:rPr>
                  <a:t>Curve Fitting Using Regression Analysis</a:t>
                </a:r>
              </a:p>
              <a:p>
                <a:pPr algn="l"/>
                <a:r>
                  <a:rPr lang="en-US" sz="1600" b="1" u="sng" dirty="0">
                    <a:latin typeface="+mj-lt"/>
                  </a:rPr>
                  <a:t>OBJECTIVE:</a:t>
                </a:r>
              </a:p>
              <a:p>
                <a:pPr lvl="0" algn="l" defTabSz="914400" eaLnBrk="0" fontAlgn="base" hangingPunct="0">
                  <a:lnSpc>
                    <a:spcPct val="100000"/>
                  </a:lnSpc>
                  <a:spcBef>
                    <a:spcPct val="0"/>
                  </a:spcBef>
                  <a:spcAft>
                    <a:spcPct val="0"/>
                  </a:spcAft>
                  <a:buFontTx/>
                  <a:buChar char="•"/>
                </a:pPr>
                <a:r>
                  <a:rPr lang="en-US" altLang="en-US" sz="1600" dirty="0">
                    <a:latin typeface="+mj-lt"/>
                  </a:rPr>
                  <a:t>To understand and implement regression analysis techniques for fitting curves to empirical data.</a:t>
                </a:r>
              </a:p>
              <a:p>
                <a:pPr lvl="0" algn="l" defTabSz="914400" eaLnBrk="0" fontAlgn="base" hangingPunct="0">
                  <a:lnSpc>
                    <a:spcPct val="100000"/>
                  </a:lnSpc>
                  <a:spcBef>
                    <a:spcPct val="0"/>
                  </a:spcBef>
                  <a:spcAft>
                    <a:spcPct val="0"/>
                  </a:spcAft>
                  <a:buFontTx/>
                  <a:buChar char="•"/>
                </a:pPr>
                <a:r>
                  <a:rPr lang="en-US" altLang="en-US" sz="1600" dirty="0">
                    <a:latin typeface="+mj-lt"/>
                  </a:rPr>
                  <a:t>To evaluate the accuracy and effectiveness of different regression models in predicting and analyzing trends</a:t>
                </a:r>
              </a:p>
              <a:p>
                <a:pPr lvl="0" algn="l" defTabSz="914400" eaLnBrk="0" fontAlgn="base" hangingPunct="0">
                  <a:lnSpc>
                    <a:spcPct val="100000"/>
                  </a:lnSpc>
                  <a:spcBef>
                    <a:spcPct val="0"/>
                  </a:spcBef>
                  <a:spcAft>
                    <a:spcPct val="0"/>
                  </a:spcAft>
                </a:pPr>
                <a:r>
                  <a:rPr lang="en-US" altLang="en-US" sz="1600" b="1" u="sng" dirty="0">
                    <a:latin typeface="+mj-lt"/>
                  </a:rPr>
                  <a:t>THEORY :</a:t>
                </a:r>
              </a:p>
              <a:p>
                <a:pPr lvl="0" algn="l" defTabSz="914400" eaLnBrk="0" fontAlgn="base" hangingPunct="0">
                  <a:lnSpc>
                    <a:spcPct val="100000"/>
                  </a:lnSpc>
                  <a:spcBef>
                    <a:spcPct val="0"/>
                  </a:spcBef>
                  <a:spcAft>
                    <a:spcPct val="0"/>
                  </a:spcAft>
                </a:pPr>
                <a:r>
                  <a:rPr lang="en-US" sz="1600" dirty="0">
                    <a:latin typeface="+mj-lt"/>
                  </a:rPr>
                  <a:t>Linear Regression:</a:t>
                </a:r>
              </a:p>
              <a:p>
                <a:pPr algn="l"/>
                <a:r>
                  <a:rPr lang="en-US" sz="1600" dirty="0">
                    <a:latin typeface="+mj-lt"/>
                  </a:rPr>
                  <a:t>Linear regression is a statistical method used to model the relationship between a dependent variable y and an independent variable x using a straight line. The general form of the line is : </a:t>
                </a:r>
                <a:r>
                  <a:rPr lang="en-US" sz="1600" b="1" dirty="0">
                    <a:latin typeface="+mj-lt"/>
                  </a:rPr>
                  <a:t>y = a+ b x ;</a:t>
                </a:r>
              </a:p>
              <a:p>
                <a:pPr algn="l"/>
                <a:r>
                  <a:rPr lang="en-US" sz="1600" dirty="0">
                    <a:latin typeface="+mj-lt"/>
                  </a:rPr>
                  <a:t>Where,</a:t>
                </a:r>
              </a:p>
              <a:p>
                <a:pPr algn="l"/>
                <a:r>
                  <a:rPr lang="en-US" sz="1600" dirty="0">
                    <a:latin typeface="+mj-lt"/>
                  </a:rPr>
                  <a:t>               </a:t>
                </a:r>
                <a:r>
                  <a:rPr lang="en-US" sz="1600" b="1" dirty="0">
                    <a:latin typeface="+mj-lt"/>
                  </a:rPr>
                  <a:t> y </a:t>
                </a:r>
                <a:r>
                  <a:rPr lang="en-US" sz="1600" dirty="0">
                    <a:latin typeface="+mj-lt"/>
                  </a:rPr>
                  <a:t>= dependent variable</a:t>
                </a:r>
              </a:p>
              <a:p>
                <a:pPr algn="l"/>
                <a:r>
                  <a:rPr lang="en-US" sz="1600" dirty="0">
                    <a:latin typeface="+mj-lt"/>
                  </a:rPr>
                  <a:t>               </a:t>
                </a:r>
                <a:r>
                  <a:rPr lang="en-US" sz="1600" b="1" dirty="0">
                    <a:latin typeface="+mj-lt"/>
                  </a:rPr>
                  <a:t> x </a:t>
                </a:r>
                <a:r>
                  <a:rPr lang="en-US" sz="1600" dirty="0">
                    <a:latin typeface="+mj-lt"/>
                  </a:rPr>
                  <a:t>= independent variable</a:t>
                </a:r>
              </a:p>
              <a:p>
                <a:pPr algn="l"/>
                <a:r>
                  <a:rPr lang="en-US" sz="1600" dirty="0">
                    <a:latin typeface="+mj-lt"/>
                  </a:rPr>
                  <a:t>                </a:t>
                </a:r>
                <a:r>
                  <a:rPr lang="en-US" sz="1600" b="1" dirty="0">
                    <a:latin typeface="+mj-lt"/>
                  </a:rPr>
                  <a:t>a</a:t>
                </a:r>
                <a:r>
                  <a:rPr lang="en-US" sz="1600" dirty="0">
                    <a:latin typeface="+mj-lt"/>
                  </a:rPr>
                  <a:t> = y-intercept of the line</a:t>
                </a:r>
              </a:p>
              <a:p>
                <a:pPr algn="l"/>
                <a:r>
                  <a:rPr lang="en-US" sz="1600" b="1" dirty="0">
                    <a:latin typeface="+mj-lt"/>
                  </a:rPr>
                  <a:t>                 b </a:t>
                </a:r>
                <a:r>
                  <a:rPr lang="en-US" sz="1600" dirty="0">
                    <a:latin typeface="+mj-lt"/>
                  </a:rPr>
                  <a:t>= slope of the line</a:t>
                </a:r>
              </a:p>
              <a:p>
                <a:pPr algn="l"/>
                <a:r>
                  <a:rPr lang="en-US" sz="1600" dirty="0">
                    <a:latin typeface="+mj-lt"/>
                  </a:rPr>
                  <a:t>Formula for Coefficients</a:t>
                </a:r>
              </a:p>
              <a:p>
                <a:pPr algn="l"/>
                <a:r>
                  <a:rPr lang="en-US" sz="1600" dirty="0">
                    <a:latin typeface="+mj-lt"/>
                  </a:rPr>
                  <a:t>To compute the constants a and b, we use the following formula as:</a:t>
                </a:r>
              </a:p>
              <a:p>
                <a:pPr algn="l"/>
                <a:r>
                  <a:rPr lang="en-US" sz="2000" dirty="0">
                    <a:latin typeface="+mj-lt"/>
                  </a:rPr>
                  <a:t>                                             </a:t>
                </a:r>
                <a14:m>
                  <m:oMath xmlns:m="http://schemas.openxmlformats.org/officeDocument/2006/math">
                    <m:r>
                      <a:rPr lang="en-US" sz="2000" b="1" i="1" smtClean="0">
                        <a:latin typeface="Cambria Math" panose="02040503050406030204" pitchFamily="18" charset="0"/>
                      </a:rPr>
                      <m:t>𝒃</m:t>
                    </m:r>
                    <m:r>
                      <a:rPr lang="en-US" sz="2000" b="1" i="0" smtClean="0">
                        <a:latin typeface="Cambria Math" panose="02040503050406030204" pitchFamily="18" charset="0"/>
                      </a:rPr>
                      <m:t>=</m:t>
                    </m:r>
                    <m:f>
                      <m:fPr>
                        <m:ctrlPr>
                          <a:rPr lang="en-US" sz="2000" b="1" i="1" smtClean="0">
                            <a:solidFill>
                              <a:srgbClr val="836967"/>
                            </a:solidFill>
                            <a:latin typeface="Cambria Math" panose="02040503050406030204" pitchFamily="18" charset="0"/>
                          </a:rPr>
                        </m:ctrlPr>
                      </m:fPr>
                      <m:num>
                        <m:r>
                          <a:rPr lang="en-US" sz="2000" b="1" i="1" smtClean="0">
                            <a:solidFill>
                              <a:srgbClr val="836967"/>
                            </a:solidFill>
                            <a:latin typeface="Cambria Math" panose="02040503050406030204" pitchFamily="18" charset="0"/>
                          </a:rPr>
                          <m:t>𝒏</m:t>
                        </m:r>
                        <m:r>
                          <a:rPr lang="en-US" sz="2000" b="1" i="1" smtClean="0">
                            <a:solidFill>
                              <a:srgbClr val="836967"/>
                            </a:solidFill>
                            <a:latin typeface="Cambria Math" panose="02040503050406030204" pitchFamily="18" charset="0"/>
                          </a:rPr>
                          <m:t> </m:t>
                        </m:r>
                        <m:r>
                          <a:rPr lang="en-US" sz="2000" b="1" i="1" smtClean="0">
                            <a:latin typeface="Cambria Math" panose="02040503050406030204" pitchFamily="18" charset="0"/>
                          </a:rPr>
                          <m:t>𝜮</m:t>
                        </m:r>
                        <m:r>
                          <a:rPr lang="en-US" sz="2000" b="1" i="1" smtClean="0">
                            <a:latin typeface="Cambria Math" panose="02040503050406030204" pitchFamily="18" charset="0"/>
                          </a:rPr>
                          <m:t> </m:t>
                        </m:r>
                        <m:r>
                          <a:rPr lang="en-US" sz="2000" b="1" i="1" smtClean="0">
                            <a:latin typeface="Cambria Math" panose="02040503050406030204" pitchFamily="18" charset="0"/>
                          </a:rPr>
                          <m:t>𝒙𝒚</m:t>
                        </m:r>
                        <m:r>
                          <a:rPr lang="en-US" sz="2000" b="1" i="1" smtClean="0">
                            <a:latin typeface="Cambria Math" panose="02040503050406030204" pitchFamily="18" charset="0"/>
                          </a:rPr>
                          <m:t> − </m:t>
                        </m:r>
                        <m:r>
                          <a:rPr lang="en-US" sz="2000" b="1" i="1">
                            <a:latin typeface="Cambria Math" panose="02040503050406030204" pitchFamily="18" charset="0"/>
                          </a:rPr>
                          <m:t>𝜮</m:t>
                        </m:r>
                        <m:r>
                          <a:rPr lang="en-US" sz="2000" b="1" i="1" smtClean="0">
                            <a:latin typeface="Cambria Math" panose="02040503050406030204" pitchFamily="18" charset="0"/>
                          </a:rPr>
                          <m:t>𝒙</m:t>
                        </m:r>
                        <m:r>
                          <a:rPr lang="en-US" sz="2000" b="1" i="1" smtClean="0">
                            <a:latin typeface="Cambria Math" panose="02040503050406030204" pitchFamily="18" charset="0"/>
                          </a:rPr>
                          <m:t> </m:t>
                        </m:r>
                        <m:r>
                          <a:rPr lang="en-US" sz="2000" b="1" i="1">
                            <a:latin typeface="Cambria Math" panose="02040503050406030204" pitchFamily="18" charset="0"/>
                          </a:rPr>
                          <m:t>𝜮</m:t>
                        </m:r>
                        <m:r>
                          <a:rPr lang="en-US" sz="2000" b="1" i="1" smtClean="0">
                            <a:latin typeface="Cambria Math" panose="02040503050406030204" pitchFamily="18" charset="0"/>
                          </a:rPr>
                          <m:t>𝒚</m:t>
                        </m:r>
                      </m:num>
                      <m:den>
                        <m:sSup>
                          <m:sSupPr>
                            <m:ctrlPr>
                              <a:rPr lang="en-US" sz="2000" b="1" i="1" smtClean="0">
                                <a:solidFill>
                                  <a:srgbClr val="836967"/>
                                </a:solidFill>
                                <a:latin typeface="Cambria Math" panose="02040503050406030204" pitchFamily="18" charset="0"/>
                              </a:rPr>
                            </m:ctrlPr>
                          </m:sSupPr>
                          <m:e>
                            <m:r>
                              <a:rPr lang="en-US" sz="2000" b="1" i="1" smtClean="0">
                                <a:solidFill>
                                  <a:srgbClr val="836967"/>
                                </a:solidFill>
                                <a:latin typeface="Cambria Math" panose="02040503050406030204" pitchFamily="18" charset="0"/>
                              </a:rPr>
                              <m:t>𝒏</m:t>
                            </m:r>
                            <m:r>
                              <a:rPr lang="en-US" sz="2000" b="1" i="1">
                                <a:latin typeface="Cambria Math" panose="02040503050406030204" pitchFamily="18" charset="0"/>
                              </a:rPr>
                              <m:t>𝜮</m:t>
                            </m:r>
                            <m:r>
                              <a:rPr lang="en-US" sz="2000" b="1" i="1" smtClean="0">
                                <a:latin typeface="Cambria Math" panose="02040503050406030204" pitchFamily="18" charset="0"/>
                              </a:rPr>
                              <m:t>𝒙</m:t>
                            </m:r>
                          </m:e>
                          <m:sup>
                            <m:r>
                              <a:rPr lang="en-US" sz="2000" b="1" i="0" smtClean="0">
                                <a:latin typeface="Cambria Math" panose="02040503050406030204" pitchFamily="18" charset="0"/>
                              </a:rPr>
                              <m:t>𝟐</m:t>
                            </m:r>
                          </m:sup>
                        </m:sSup>
                        <m:r>
                          <a:rPr lang="en-US" sz="2000" b="1" i="1" smtClean="0">
                            <a:latin typeface="Cambria Math" panose="02040503050406030204" pitchFamily="18" charset="0"/>
                          </a:rPr>
                          <m:t>−</m:t>
                        </m:r>
                        <m:sSup>
                          <m:sSupPr>
                            <m:ctrlPr>
                              <a:rPr lang="en-US" sz="2000" b="1" i="1" smtClean="0">
                                <a:solidFill>
                                  <a:srgbClr val="836967"/>
                                </a:solidFill>
                                <a:latin typeface="Cambria Math" panose="02040503050406030204" pitchFamily="18" charset="0"/>
                              </a:rPr>
                            </m:ctrlPr>
                          </m:sSupPr>
                          <m:e>
                            <m:d>
                              <m:dPr>
                                <m:ctrlPr>
                                  <a:rPr lang="en-US" sz="2000" b="1" i="1" smtClean="0">
                                    <a:solidFill>
                                      <a:srgbClr val="836967"/>
                                    </a:solidFill>
                                    <a:latin typeface="Cambria Math" panose="02040503050406030204" pitchFamily="18" charset="0"/>
                                  </a:rPr>
                                </m:ctrlPr>
                              </m:dPr>
                              <m:e>
                                <m:r>
                                  <a:rPr lang="en-US" sz="2000" b="1" i="1" smtClean="0">
                                    <a:latin typeface="Cambria Math" panose="02040503050406030204" pitchFamily="18" charset="0"/>
                                  </a:rPr>
                                  <m:t>𝜮</m:t>
                                </m:r>
                                <m:r>
                                  <a:rPr lang="en-US" sz="2000" b="1" i="1" smtClean="0">
                                    <a:latin typeface="Cambria Math" panose="02040503050406030204" pitchFamily="18" charset="0"/>
                                  </a:rPr>
                                  <m:t>𝒙</m:t>
                                </m:r>
                              </m:e>
                            </m:d>
                          </m:e>
                          <m:sup>
                            <m:r>
                              <a:rPr lang="en-US" sz="2000" b="1" i="1" smtClean="0">
                                <a:latin typeface="Cambria Math" panose="02040503050406030204" pitchFamily="18" charset="0"/>
                              </a:rPr>
                              <m:t>𝟐</m:t>
                            </m:r>
                          </m:sup>
                        </m:sSup>
                      </m:den>
                    </m:f>
                  </m:oMath>
                </a14:m>
                <a:r>
                  <a:rPr lang="en-US" sz="2000" b="1" dirty="0">
                    <a:latin typeface="+mj-lt"/>
                  </a:rPr>
                  <a:t>   </a:t>
                </a:r>
              </a:p>
              <a:p>
                <a:pPr algn="l"/>
                <a:r>
                  <a:rPr lang="en-US" sz="2000" b="1" dirty="0">
                    <a:latin typeface="+mj-lt"/>
                  </a:rPr>
                  <a:t> </a:t>
                </a:r>
                <a14:m>
                  <m:oMath xmlns:m="http://schemas.openxmlformats.org/officeDocument/2006/math">
                    <m:r>
                      <a:rPr lang="en-US" sz="2000" b="1" i="0" smtClean="0">
                        <a:latin typeface="Cambria Math" panose="02040503050406030204" pitchFamily="18" charset="0"/>
                      </a:rPr>
                      <m:t>                                                </m:t>
                    </m:r>
                    <m:r>
                      <a:rPr lang="en-US" sz="2000" b="1" i="0" smtClean="0">
                        <a:latin typeface="Cambria Math" panose="02040503050406030204" pitchFamily="18" charset="0"/>
                      </a:rPr>
                      <m:t>𝐚</m:t>
                    </m:r>
                    <m:r>
                      <a:rPr lang="en-US" sz="2000" b="1">
                        <a:latin typeface="Cambria Math" panose="02040503050406030204" pitchFamily="18" charset="0"/>
                      </a:rPr>
                      <m:t>=</m:t>
                    </m:r>
                    <m:f>
                      <m:fPr>
                        <m:ctrlPr>
                          <a:rPr lang="en-US" sz="2000" b="1" i="1">
                            <a:solidFill>
                              <a:srgbClr val="836967"/>
                            </a:solidFill>
                            <a:latin typeface="Cambria Math" panose="02040503050406030204" pitchFamily="18" charset="0"/>
                          </a:rPr>
                        </m:ctrlPr>
                      </m:fPr>
                      <m:num>
                        <m:r>
                          <a:rPr lang="en-US" sz="2000" b="1" i="1">
                            <a:latin typeface="Cambria Math" panose="02040503050406030204" pitchFamily="18" charset="0"/>
                          </a:rPr>
                          <m:t>𝜮</m:t>
                        </m:r>
                        <m:r>
                          <a:rPr lang="en-US" sz="2000" b="1" i="1">
                            <a:latin typeface="Cambria Math" panose="02040503050406030204" pitchFamily="18" charset="0"/>
                          </a:rPr>
                          <m:t>𝒚</m:t>
                        </m:r>
                        <m:r>
                          <a:rPr lang="en-US" sz="2000" b="1" i="1">
                            <a:latin typeface="Cambria Math" panose="02040503050406030204" pitchFamily="18" charset="0"/>
                          </a:rPr>
                          <m:t> − </m:t>
                        </m:r>
                        <m:r>
                          <a:rPr lang="en-US" sz="2000" b="1" i="1" smtClean="0">
                            <a:latin typeface="Cambria Math" panose="02040503050406030204" pitchFamily="18" charset="0"/>
                          </a:rPr>
                          <m:t>𝒃</m:t>
                        </m:r>
                        <m:r>
                          <a:rPr lang="en-US" sz="2000" b="1" i="1">
                            <a:latin typeface="Cambria Math" panose="02040503050406030204" pitchFamily="18" charset="0"/>
                          </a:rPr>
                          <m:t>𝜮</m:t>
                        </m:r>
                        <m:r>
                          <a:rPr lang="en-US" sz="2000" b="1" i="1" smtClean="0">
                            <a:latin typeface="Cambria Math" panose="02040503050406030204" pitchFamily="18" charset="0"/>
                          </a:rPr>
                          <m:t>𝒙</m:t>
                        </m:r>
                      </m:num>
                      <m:den>
                        <m:r>
                          <a:rPr lang="en-US" sz="2000" b="1" i="1" smtClean="0">
                            <a:latin typeface="Cambria Math" panose="02040503050406030204" pitchFamily="18" charset="0"/>
                          </a:rPr>
                          <m:t>𝒏</m:t>
                        </m:r>
                      </m:den>
                    </m:f>
                  </m:oMath>
                </a14:m>
                <a:r>
                  <a:rPr lang="en-US" sz="2000" b="1" dirty="0">
                    <a:latin typeface="+mj-lt"/>
                  </a:rPr>
                  <a:t> </a:t>
                </a:r>
              </a:p>
              <a:p>
                <a:pPr algn="l"/>
                <a:r>
                  <a:rPr lang="en-US" sz="2000" dirty="0">
                    <a:latin typeface="+mj-lt"/>
                  </a:rPr>
                  <a:t>Where,</a:t>
                </a:r>
              </a:p>
              <a:p>
                <a:pPr algn="l"/>
                <a:r>
                  <a:rPr lang="en-US" sz="2000" b="1" dirty="0">
                    <a:latin typeface="+mj-lt"/>
                  </a:rPr>
                  <a:t>               n</a:t>
                </a:r>
                <a:r>
                  <a:rPr lang="en-US" sz="2000" dirty="0">
                    <a:latin typeface="+mj-lt"/>
                  </a:rPr>
                  <a:t> = number of data points</a:t>
                </a:r>
              </a:p>
              <a:p>
                <a:pPr algn="l"/>
                <a14:m>
                  <m:oMath xmlns:m="http://schemas.openxmlformats.org/officeDocument/2006/math">
                    <m:r>
                      <a:rPr lang="en-US" sz="2000" b="1" i="1">
                        <a:solidFill>
                          <a:srgbClr val="836967"/>
                        </a:solidFill>
                        <a:latin typeface="Cambria Math" panose="02040503050406030204" pitchFamily="18" charset="0"/>
                      </a:rPr>
                      <m:t> </m:t>
                    </m:r>
                    <m:r>
                      <a:rPr lang="en-US" sz="2000" b="1" i="1" smtClean="0">
                        <a:solidFill>
                          <a:srgbClr val="836967"/>
                        </a:solidFill>
                        <a:latin typeface="Cambria Math" panose="02040503050406030204" pitchFamily="18" charset="0"/>
                      </a:rPr>
                      <m:t>              </m:t>
                    </m:r>
                    <m:r>
                      <a:rPr lang="en-US" sz="2000" b="1" i="1">
                        <a:latin typeface="Cambria Math" panose="02040503050406030204" pitchFamily="18" charset="0"/>
                      </a:rPr>
                      <m:t>𝜮</m:t>
                    </m:r>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a:latin typeface="Cambria Math" panose="02040503050406030204" pitchFamily="18" charset="0"/>
                      </a:rPr>
                      <m:t>𝜮</m:t>
                    </m:r>
                    <m:r>
                      <a:rPr lang="en-US" sz="2000" b="1" i="0" smtClean="0">
                        <a:latin typeface="Cambria Math" panose="02040503050406030204" pitchFamily="18" charset="0"/>
                      </a:rPr>
                      <m:t>𝐲</m:t>
                    </m:r>
                    <m:r>
                      <a:rPr lang="en-US" sz="2000" b="1" i="0" smtClean="0">
                        <a:latin typeface="Cambria Math" panose="02040503050406030204" pitchFamily="18" charset="0"/>
                      </a:rPr>
                      <m:t> </m:t>
                    </m:r>
                  </m:oMath>
                </a14:m>
                <a:r>
                  <a:rPr lang="en-US" sz="2000" dirty="0">
                    <a:latin typeface="+mj-lt"/>
                  </a:rPr>
                  <a:t>= sum of all x and y values</a:t>
                </a:r>
              </a:p>
              <a:p>
                <a:pPr algn="l"/>
                <a14:m>
                  <m:oMath xmlns:m="http://schemas.openxmlformats.org/officeDocument/2006/math">
                    <m:r>
                      <a:rPr lang="en-US" sz="2000" b="1" i="1">
                        <a:solidFill>
                          <a:srgbClr val="836967"/>
                        </a:solidFill>
                        <a:latin typeface="Cambria Math" panose="02040503050406030204" pitchFamily="18" charset="0"/>
                      </a:rPr>
                      <m:t> </m:t>
                    </m:r>
                    <m:r>
                      <a:rPr lang="en-US" sz="2000" b="1" i="1" smtClean="0">
                        <a:solidFill>
                          <a:srgbClr val="836967"/>
                        </a:solidFill>
                        <a:latin typeface="Cambria Math" panose="02040503050406030204" pitchFamily="18" charset="0"/>
                      </a:rPr>
                      <m:t>              </m:t>
                    </m:r>
                    <m:r>
                      <a:rPr lang="en-US" sz="2000" b="1" i="1">
                        <a:latin typeface="Cambria Math" panose="02040503050406030204" pitchFamily="18" charset="0"/>
                      </a:rPr>
                      <m:t>𝜮</m:t>
                    </m:r>
                  </m:oMath>
                </a14:m>
                <a:r>
                  <a:rPr lang="en-US" sz="2000" b="1" dirty="0">
                    <a:latin typeface="+mj-lt"/>
                  </a:rPr>
                  <a:t>xy </a:t>
                </a:r>
                <a:r>
                  <a:rPr lang="en-US" sz="2000" dirty="0">
                    <a:latin typeface="+mj-lt"/>
                  </a:rPr>
                  <a:t>= sum of the product of each x and y</a:t>
                </a:r>
              </a:p>
              <a:p>
                <a:pPr algn="l"/>
                <a14:m>
                  <m:oMath xmlns:m="http://schemas.openxmlformats.org/officeDocument/2006/math">
                    <m:r>
                      <a:rPr lang="en-US" sz="2000" b="1" i="1">
                        <a:solidFill>
                          <a:srgbClr val="836967"/>
                        </a:solidFill>
                        <a:latin typeface="Cambria Math" panose="02040503050406030204" pitchFamily="18" charset="0"/>
                      </a:rPr>
                      <m:t> </m:t>
                    </m:r>
                    <m:sSup>
                      <m:sSupPr>
                        <m:ctrlPr>
                          <a:rPr lang="en-US" sz="2000" b="1" i="1">
                            <a:solidFill>
                              <a:srgbClr val="836967"/>
                            </a:solidFill>
                            <a:latin typeface="Cambria Math" panose="02040503050406030204" pitchFamily="18" charset="0"/>
                          </a:rPr>
                        </m:ctrlPr>
                      </m:sSupPr>
                      <m:e>
                        <m:r>
                          <a:rPr lang="en-US" sz="2000" b="1" i="1" smtClean="0">
                            <a:solidFill>
                              <a:srgbClr val="836967"/>
                            </a:solidFill>
                            <a:latin typeface="Cambria Math" panose="02040503050406030204" pitchFamily="18" charset="0"/>
                          </a:rPr>
                          <m:t>              </m:t>
                        </m:r>
                        <m:r>
                          <a:rPr lang="en-US" sz="2000" b="1" i="1">
                            <a:latin typeface="Cambria Math" panose="02040503050406030204" pitchFamily="18" charset="0"/>
                          </a:rPr>
                          <m:t>𝜮</m:t>
                        </m:r>
                        <m:r>
                          <a:rPr lang="en-US" sz="2000" b="1" i="1">
                            <a:latin typeface="Cambria Math" panose="02040503050406030204" pitchFamily="18" charset="0"/>
                          </a:rPr>
                          <m:t>𝒙</m:t>
                        </m:r>
                      </m:e>
                      <m:sup>
                        <m:r>
                          <a:rPr lang="en-US" sz="2000" b="1">
                            <a:latin typeface="Cambria Math" panose="02040503050406030204" pitchFamily="18" charset="0"/>
                          </a:rPr>
                          <m:t>𝟐</m:t>
                        </m:r>
                      </m:sup>
                    </m:sSup>
                  </m:oMath>
                </a14:m>
                <a:r>
                  <a:rPr lang="en-US" sz="2000" dirty="0">
                    <a:latin typeface="+mj-lt"/>
                  </a:rPr>
                  <a:t>= sum of the squares of x values</a:t>
                </a:r>
              </a:p>
              <a:p>
                <a:pPr algn="l"/>
                <a:r>
                  <a:rPr lang="en-US" sz="2000" b="1" u="sng" dirty="0">
                    <a:latin typeface="+mj-lt"/>
                  </a:rPr>
                  <a:t>Algorithm :</a:t>
                </a:r>
              </a:p>
              <a:p>
                <a:pPr algn="l"/>
                <a:r>
                  <a:rPr lang="en-US" sz="2000" b="1" dirty="0"/>
                  <a:t>Step 1:  </a:t>
                </a:r>
                <a:r>
                  <a:rPr lang="en-US" sz="2000" dirty="0"/>
                  <a:t>Start</a:t>
                </a:r>
              </a:p>
              <a:p>
                <a:pPr algn="l"/>
                <a:r>
                  <a:rPr lang="en-US" sz="2000" b="1" dirty="0"/>
                  <a:t>Step 2:  </a:t>
                </a:r>
                <a:r>
                  <a:rPr lang="en-US" sz="2000" dirty="0"/>
                  <a:t>Input the number of data points n .</a:t>
                </a:r>
              </a:p>
              <a:p>
                <a:pPr algn="l"/>
                <a:r>
                  <a:rPr lang="en-US" sz="2000" b="1" dirty="0"/>
                  <a:t>Step 3:  </a:t>
                </a:r>
                <a:r>
                  <a:rPr lang="en-US" sz="2000" dirty="0"/>
                  <a:t>Initialize the sums</a:t>
                </a:r>
              </a:p>
              <a:p>
                <a:pPr algn="l"/>
                <a:endParaRPr lang="en-US" sz="2000" b="1" u="sng" dirty="0">
                  <a:latin typeface="+mj-lt"/>
                </a:endParaRPr>
              </a:p>
              <a:p>
                <a:pPr algn="l"/>
                <a:endParaRPr lang="en-US" sz="2000" b="1" dirty="0">
                  <a:latin typeface="+mj-lt"/>
                </a:endParaRPr>
              </a:p>
              <a:p>
                <a:pPr algn="l"/>
                <a:endParaRPr lang="en-US" sz="2000" b="1" dirty="0">
                  <a:latin typeface="+mj-lt"/>
                </a:endParaRPr>
              </a:p>
              <a:p>
                <a:pPr algn="l"/>
                <a:r>
                  <a:rPr lang="en-US" sz="2000" b="1" dirty="0">
                    <a:latin typeface="+mj-lt"/>
                  </a:rPr>
                  <a:t>                                                                  </a:t>
                </a:r>
              </a:p>
              <a:p>
                <a:pPr algn="l"/>
                <a:endParaRPr lang="en-US" sz="1600" dirty="0">
                  <a:latin typeface="+mj-lt"/>
                </a:endParaRPr>
              </a:p>
              <a:p>
                <a:pPr algn="l"/>
                <a:endParaRPr lang="en-US" sz="1600" b="1" dirty="0">
                  <a:latin typeface="+mj-lt"/>
                </a:endParaRPr>
              </a:p>
            </p:txBody>
          </p:sp>
        </mc:Choice>
        <mc:Fallback xmlns="">
          <p:sp>
            <p:nvSpPr>
              <p:cNvPr id="3" name="Subtitle 2">
                <a:extLst>
                  <a:ext uri="{FF2B5EF4-FFF2-40B4-BE49-F238E27FC236}">
                    <a16:creationId xmlns:a16="http://schemas.microsoft.com/office/drawing/2014/main" id="{7A1FEB04-729C-37D0-6F65-CBA72A29CC7C}"/>
                  </a:ext>
                </a:extLst>
              </p:cNvPr>
              <p:cNvSpPr>
                <a:spLocks noGrp="1" noRot="1" noChangeAspect="1" noMove="1" noResize="1" noEditPoints="1" noAdjustHandles="1" noChangeArrowheads="1" noChangeShapeType="1" noTextEdit="1"/>
              </p:cNvSpPr>
              <p:nvPr>
                <p:ph type="subTitle" idx="1"/>
              </p:nvPr>
            </p:nvSpPr>
            <p:spPr>
              <a:xfrm>
                <a:off x="365760" y="261257"/>
                <a:ext cx="6835140" cy="10152743"/>
              </a:xfrm>
              <a:blipFill>
                <a:blip r:embed="rId2"/>
                <a:stretch>
                  <a:fillRect l="-892" t="-420" r="-1160"/>
                </a:stretch>
              </a:blipFill>
            </p:spPr>
            <p:txBody>
              <a:bodyPr/>
              <a:lstStyle/>
              <a:p>
                <a:r>
                  <a:rPr lang="en-US">
                    <a:noFill/>
                  </a:rPr>
                  <a:t> </a:t>
                </a:r>
              </a:p>
            </p:txBody>
          </p:sp>
        </mc:Fallback>
      </mc:AlternateContent>
    </p:spTree>
    <p:extLst>
      <p:ext uri="{BB962C8B-B14F-4D97-AF65-F5344CB8AC3E}">
        <p14:creationId xmlns:p14="http://schemas.microsoft.com/office/powerpoint/2010/main" val="1729146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EB73348D-3F58-4254-3D8C-1C1694AB217A}"/>
                  </a:ext>
                </a:extLst>
              </p:cNvPr>
              <p:cNvSpPr>
                <a:spLocks noGrp="1"/>
              </p:cNvSpPr>
              <p:nvPr>
                <p:ph type="subTitle" idx="1"/>
              </p:nvPr>
            </p:nvSpPr>
            <p:spPr>
              <a:xfrm>
                <a:off x="496389" y="378823"/>
                <a:ext cx="6544491" cy="10149840"/>
              </a:xfrm>
            </p:spPr>
            <p:txBody>
              <a:bodyPr>
                <a:noAutofit/>
              </a:bodyPr>
              <a:lstStyle/>
              <a:p>
                <a:pPr algn="l"/>
                <a:r>
                  <a:rPr lang="en-US" sz="1600" dirty="0"/>
                  <a:t>Set:     Sum_x = 0;   Sum_y = 0;  Sum_xy = 0;   Sum_x2 = 0</a:t>
                </a:r>
              </a:p>
              <a:p>
                <a:pPr algn="l"/>
                <a:r>
                  <a:rPr lang="en-US" sz="1600" b="1" dirty="0"/>
                  <a:t>Step 4: </a:t>
                </a:r>
                <a:r>
                  <a:rPr lang="en-US" sz="1600" dirty="0"/>
                  <a:t>Input all data points </a:t>
                </a:r>
                <a:r>
                  <a:rPr lang="en-US" sz="1600" b="1" dirty="0"/>
                  <a:t>(</a:t>
                </a:r>
                <a14:m>
                  <m:oMath xmlns:m="http://schemas.openxmlformats.org/officeDocument/2006/math">
                    <m:sSub>
                      <m:sSubPr>
                        <m:ctrlPr>
                          <a:rPr lang="en-US" sz="1600" b="1" i="1">
                            <a:solidFill>
                              <a:srgbClr val="836967"/>
                            </a:solidFill>
                            <a:latin typeface="Cambria Math" panose="02040503050406030204" pitchFamily="18" charset="0"/>
                          </a:rPr>
                        </m:ctrlPr>
                      </m:sSubPr>
                      <m:e>
                        <m:r>
                          <a:rPr lang="en-US" sz="1600" b="1" i="1">
                            <a:latin typeface="Cambria Math" panose="02040503050406030204" pitchFamily="18" charset="0"/>
                          </a:rPr>
                          <m:t>𝒙</m:t>
                        </m:r>
                      </m:e>
                      <m:sub>
                        <m:r>
                          <a:rPr lang="en-US" sz="1600" b="1" i="1">
                            <a:latin typeface="Cambria Math" panose="02040503050406030204" pitchFamily="18" charset="0"/>
                          </a:rPr>
                          <m:t>𝒊</m:t>
                        </m:r>
                      </m:sub>
                    </m:sSub>
                    <m:r>
                      <a:rPr lang="en-US" sz="1600" b="1" i="1">
                        <a:latin typeface="Cambria Math" panose="02040503050406030204" pitchFamily="18" charset="0"/>
                      </a:rPr>
                      <m:t>,</m:t>
                    </m:r>
                    <m:sSub>
                      <m:sSubPr>
                        <m:ctrlPr>
                          <a:rPr lang="en-US" sz="1600" b="1" i="1">
                            <a:solidFill>
                              <a:srgbClr val="836967"/>
                            </a:solidFill>
                            <a:latin typeface="Cambria Math" panose="02040503050406030204" pitchFamily="18" charset="0"/>
                          </a:rPr>
                        </m:ctrlPr>
                      </m:sSubPr>
                      <m:e>
                        <m:r>
                          <a:rPr lang="en-US" sz="1600" b="1" i="1">
                            <a:solidFill>
                              <a:srgbClr val="836967"/>
                            </a:solidFill>
                            <a:latin typeface="Cambria Math" panose="02040503050406030204" pitchFamily="18" charset="0"/>
                          </a:rPr>
                          <m:t>𝒚</m:t>
                        </m:r>
                      </m:e>
                      <m:sub>
                        <m:r>
                          <a:rPr lang="en-US" sz="1600" b="1" i="1">
                            <a:latin typeface="Cambria Math" panose="02040503050406030204" pitchFamily="18" charset="0"/>
                          </a:rPr>
                          <m:t>𝒊</m:t>
                        </m:r>
                      </m:sub>
                    </m:sSub>
                    <m:r>
                      <a:rPr lang="en-US" sz="1600" b="1" i="1">
                        <a:latin typeface="Cambria Math" panose="02040503050406030204" pitchFamily="18" charset="0"/>
                      </a:rPr>
                      <m:t>)</m:t>
                    </m:r>
                  </m:oMath>
                </a14:m>
                <a:r>
                  <a:rPr lang="en-US" sz="1600" b="1" dirty="0"/>
                  <a:t> </a:t>
                </a:r>
                <a:r>
                  <a:rPr lang="en-US" sz="1600" dirty="0"/>
                  <a:t>for I = 1 to  n</a:t>
                </a:r>
              </a:p>
              <a:p>
                <a:pPr algn="l"/>
                <a:r>
                  <a:rPr lang="en-US" sz="1600" dirty="0"/>
                  <a:t> For each point:  Read x[i],y[i] </a:t>
                </a:r>
              </a:p>
              <a:p>
                <a:pPr algn="l"/>
                <a:r>
                  <a:rPr lang="en-US" sz="1600" dirty="0"/>
                  <a:t> Update the sums :</a:t>
                </a:r>
              </a:p>
              <a:p>
                <a:pPr lvl="1" algn="l"/>
                <a:r>
                  <a:rPr lang="en-US" sz="1600" dirty="0"/>
                  <a:t>sum_x+= x[i] </a:t>
                </a:r>
              </a:p>
              <a:p>
                <a:pPr lvl="1" algn="l"/>
                <a:r>
                  <a:rPr lang="en-US" sz="1600" dirty="0"/>
                  <a:t>sum_y+=y[i]</a:t>
                </a:r>
              </a:p>
              <a:p>
                <a:pPr lvl="1" algn="l"/>
                <a:r>
                  <a:rPr lang="en-US" sz="1600" dirty="0"/>
                  <a:t>sum_xy+=x[i] ⋅ y[i] </a:t>
                </a:r>
              </a:p>
              <a:p>
                <a:pPr lvl="1" algn="l"/>
                <a:r>
                  <a:rPr lang="en-US" sz="1600" dirty="0"/>
                  <a:t>sum_x2+=x[i].  x[i]</a:t>
                </a:r>
              </a:p>
              <a:p>
                <a:pPr algn="l"/>
                <a:r>
                  <a:rPr lang="en-US" sz="1600" b="1" dirty="0"/>
                  <a:t>Step 5:  </a:t>
                </a:r>
                <a:r>
                  <a:rPr lang="en-US" sz="1600" dirty="0"/>
                  <a:t>Compute the regression coefficient</a:t>
                </a:r>
              </a:p>
              <a:p>
                <a:pPr algn="l"/>
                <a:r>
                  <a:rPr lang="en-US" sz="2000" dirty="0"/>
                  <a:t>                                           </a:t>
                </a:r>
                <a14:m>
                  <m:oMath xmlns:m="http://schemas.openxmlformats.org/officeDocument/2006/math">
                    <m:r>
                      <a:rPr lang="en-US" sz="2000" b="1" i="1">
                        <a:latin typeface="Cambria Math" panose="02040503050406030204" pitchFamily="18" charset="0"/>
                      </a:rPr>
                      <m:t>𝒃</m:t>
                    </m:r>
                    <m:r>
                      <a:rPr lang="en-US" sz="2000" b="1">
                        <a:latin typeface="Cambria Math" panose="02040503050406030204" pitchFamily="18" charset="0"/>
                      </a:rPr>
                      <m:t>=</m:t>
                    </m:r>
                    <m:f>
                      <m:fPr>
                        <m:ctrlPr>
                          <a:rPr lang="en-US" sz="2000" b="1" i="1">
                            <a:solidFill>
                              <a:srgbClr val="836967"/>
                            </a:solidFill>
                            <a:latin typeface="Cambria Math" panose="02040503050406030204" pitchFamily="18" charset="0"/>
                          </a:rPr>
                        </m:ctrlPr>
                      </m:fPr>
                      <m:num>
                        <m:r>
                          <a:rPr lang="en-US" sz="2000" b="1" i="1">
                            <a:solidFill>
                              <a:srgbClr val="836967"/>
                            </a:solidFill>
                            <a:latin typeface="Cambria Math" panose="02040503050406030204" pitchFamily="18" charset="0"/>
                          </a:rPr>
                          <m:t>𝒏</m:t>
                        </m:r>
                        <m:r>
                          <a:rPr lang="en-US" sz="2000" b="1" i="1">
                            <a:solidFill>
                              <a:srgbClr val="836967"/>
                            </a:solidFill>
                            <a:latin typeface="Cambria Math" panose="02040503050406030204" pitchFamily="18" charset="0"/>
                          </a:rPr>
                          <m:t> </m:t>
                        </m:r>
                        <m:r>
                          <a:rPr lang="en-US" sz="2000" b="1" i="1">
                            <a:latin typeface="Cambria Math" panose="02040503050406030204" pitchFamily="18" charset="0"/>
                          </a:rPr>
                          <m:t>𝜮</m:t>
                        </m:r>
                        <m:r>
                          <a:rPr lang="en-US" sz="2000" b="1" i="1">
                            <a:latin typeface="Cambria Math" panose="02040503050406030204" pitchFamily="18" charset="0"/>
                          </a:rPr>
                          <m:t> </m:t>
                        </m:r>
                        <m:r>
                          <a:rPr lang="en-US" sz="2000" b="1" i="1">
                            <a:latin typeface="Cambria Math" panose="02040503050406030204" pitchFamily="18" charset="0"/>
                          </a:rPr>
                          <m:t>𝒙𝒚</m:t>
                        </m:r>
                        <m:r>
                          <a:rPr lang="en-US" sz="2000" b="1" i="1">
                            <a:latin typeface="Cambria Math" panose="02040503050406030204" pitchFamily="18" charset="0"/>
                          </a:rPr>
                          <m:t> − </m:t>
                        </m:r>
                        <m:r>
                          <a:rPr lang="en-US" sz="2000" b="1" i="1">
                            <a:latin typeface="Cambria Math" panose="02040503050406030204" pitchFamily="18" charset="0"/>
                          </a:rPr>
                          <m:t>𝜮</m:t>
                        </m:r>
                        <m:r>
                          <a:rPr lang="en-US" sz="2000" b="1" i="1">
                            <a:latin typeface="Cambria Math" panose="02040503050406030204" pitchFamily="18" charset="0"/>
                          </a:rPr>
                          <m:t>𝒙</m:t>
                        </m:r>
                        <m:r>
                          <a:rPr lang="en-US" sz="2000" b="1" i="1">
                            <a:latin typeface="Cambria Math" panose="02040503050406030204" pitchFamily="18" charset="0"/>
                          </a:rPr>
                          <m:t> </m:t>
                        </m:r>
                        <m:r>
                          <a:rPr lang="en-US" sz="2000" b="1" i="1">
                            <a:latin typeface="Cambria Math" panose="02040503050406030204" pitchFamily="18" charset="0"/>
                          </a:rPr>
                          <m:t>𝜮</m:t>
                        </m:r>
                        <m:r>
                          <a:rPr lang="en-US" sz="2000" b="1" i="1">
                            <a:latin typeface="Cambria Math" panose="02040503050406030204" pitchFamily="18" charset="0"/>
                          </a:rPr>
                          <m:t>𝒚</m:t>
                        </m:r>
                      </m:num>
                      <m:den>
                        <m:sSup>
                          <m:sSupPr>
                            <m:ctrlPr>
                              <a:rPr lang="en-US" sz="2000" b="1" i="1">
                                <a:solidFill>
                                  <a:srgbClr val="836967"/>
                                </a:solidFill>
                                <a:latin typeface="Cambria Math" panose="02040503050406030204" pitchFamily="18" charset="0"/>
                              </a:rPr>
                            </m:ctrlPr>
                          </m:sSupPr>
                          <m:e>
                            <m:r>
                              <a:rPr lang="en-US" sz="2000" b="1" i="1">
                                <a:solidFill>
                                  <a:srgbClr val="836967"/>
                                </a:solidFill>
                                <a:latin typeface="Cambria Math" panose="02040503050406030204" pitchFamily="18" charset="0"/>
                              </a:rPr>
                              <m:t>𝒏</m:t>
                            </m:r>
                            <m:r>
                              <a:rPr lang="en-US" sz="2000" b="1" i="1">
                                <a:latin typeface="Cambria Math" panose="02040503050406030204" pitchFamily="18" charset="0"/>
                              </a:rPr>
                              <m:t>𝜮</m:t>
                            </m:r>
                            <m:r>
                              <a:rPr lang="en-US" sz="2000" b="1" i="1">
                                <a:latin typeface="Cambria Math" panose="02040503050406030204" pitchFamily="18" charset="0"/>
                              </a:rPr>
                              <m:t>𝒙</m:t>
                            </m:r>
                          </m:e>
                          <m:sup>
                            <m:r>
                              <a:rPr lang="en-US" sz="2000" b="1">
                                <a:latin typeface="Cambria Math" panose="02040503050406030204" pitchFamily="18" charset="0"/>
                              </a:rPr>
                              <m:t>𝟐</m:t>
                            </m:r>
                          </m:sup>
                        </m:sSup>
                        <m:r>
                          <a:rPr lang="en-US" sz="2000" b="1" i="1">
                            <a:latin typeface="Cambria Math" panose="02040503050406030204" pitchFamily="18" charset="0"/>
                          </a:rPr>
                          <m:t>−</m:t>
                        </m:r>
                        <m:sSup>
                          <m:sSupPr>
                            <m:ctrlPr>
                              <a:rPr lang="en-US" sz="2000" b="1" i="1">
                                <a:solidFill>
                                  <a:srgbClr val="836967"/>
                                </a:solidFill>
                                <a:latin typeface="Cambria Math" panose="02040503050406030204" pitchFamily="18" charset="0"/>
                              </a:rPr>
                            </m:ctrlPr>
                          </m:sSupPr>
                          <m:e>
                            <m:d>
                              <m:dPr>
                                <m:ctrlPr>
                                  <a:rPr lang="en-US" sz="2000" b="1" i="1">
                                    <a:solidFill>
                                      <a:srgbClr val="836967"/>
                                    </a:solidFill>
                                    <a:latin typeface="Cambria Math" panose="02040503050406030204" pitchFamily="18" charset="0"/>
                                  </a:rPr>
                                </m:ctrlPr>
                              </m:dPr>
                              <m:e>
                                <m:r>
                                  <a:rPr lang="en-US" sz="2000" b="1" i="1">
                                    <a:latin typeface="Cambria Math" panose="02040503050406030204" pitchFamily="18" charset="0"/>
                                  </a:rPr>
                                  <m:t>𝜮</m:t>
                                </m:r>
                                <m:r>
                                  <a:rPr lang="en-US" sz="2000" b="1" i="1">
                                    <a:latin typeface="Cambria Math" panose="02040503050406030204" pitchFamily="18" charset="0"/>
                                  </a:rPr>
                                  <m:t>𝒙</m:t>
                                </m:r>
                              </m:e>
                            </m:d>
                          </m:e>
                          <m:sup>
                            <m:r>
                              <a:rPr lang="en-US" sz="2000" b="1" i="1">
                                <a:latin typeface="Cambria Math" panose="02040503050406030204" pitchFamily="18" charset="0"/>
                              </a:rPr>
                              <m:t>𝟐</m:t>
                            </m:r>
                          </m:sup>
                        </m:sSup>
                      </m:den>
                    </m:f>
                  </m:oMath>
                </a14:m>
                <a:r>
                  <a:rPr lang="en-US" sz="2000" b="1" dirty="0"/>
                  <a:t>  </a:t>
                </a:r>
                <a:endParaRPr lang="en-US" sz="2000" b="1" i="0" dirty="0"/>
              </a:p>
              <a:p>
                <a:pPr algn="l"/>
                <a:r>
                  <a:rPr lang="en-US" sz="2000" b="1" dirty="0"/>
                  <a:t>                                            </a:t>
                </a:r>
                <a14:m>
                  <m:oMath xmlns:m="http://schemas.openxmlformats.org/officeDocument/2006/math">
                    <m:r>
                      <a:rPr lang="en-US" sz="2000" b="1">
                        <a:latin typeface="Cambria Math" panose="02040503050406030204" pitchFamily="18" charset="0"/>
                      </a:rPr>
                      <m:t>𝐚</m:t>
                    </m:r>
                    <m:r>
                      <a:rPr lang="en-US" sz="2000" b="1">
                        <a:latin typeface="Cambria Math" panose="02040503050406030204" pitchFamily="18" charset="0"/>
                      </a:rPr>
                      <m:t>=</m:t>
                    </m:r>
                    <m:f>
                      <m:fPr>
                        <m:ctrlPr>
                          <a:rPr lang="en-US" sz="2000" b="1" i="1">
                            <a:solidFill>
                              <a:srgbClr val="836967"/>
                            </a:solidFill>
                            <a:latin typeface="Cambria Math" panose="02040503050406030204" pitchFamily="18" charset="0"/>
                          </a:rPr>
                        </m:ctrlPr>
                      </m:fPr>
                      <m:num>
                        <m:r>
                          <a:rPr lang="en-US" sz="2000" b="1" i="1">
                            <a:latin typeface="Cambria Math" panose="02040503050406030204" pitchFamily="18" charset="0"/>
                          </a:rPr>
                          <m:t>𝜮</m:t>
                        </m:r>
                        <m:r>
                          <a:rPr lang="en-US" sz="2000" b="1" i="1">
                            <a:latin typeface="Cambria Math" panose="02040503050406030204" pitchFamily="18" charset="0"/>
                          </a:rPr>
                          <m:t>𝒚</m:t>
                        </m:r>
                        <m:r>
                          <a:rPr lang="en-US" sz="2000" b="1" i="1">
                            <a:latin typeface="Cambria Math" panose="02040503050406030204" pitchFamily="18" charset="0"/>
                          </a:rPr>
                          <m:t> − </m:t>
                        </m:r>
                        <m:r>
                          <a:rPr lang="en-US" sz="2000" b="1" i="1">
                            <a:latin typeface="Cambria Math" panose="02040503050406030204" pitchFamily="18" charset="0"/>
                          </a:rPr>
                          <m:t>𝒃</m:t>
                        </m:r>
                        <m:r>
                          <a:rPr lang="en-US" sz="2000" b="1" i="1">
                            <a:latin typeface="Cambria Math" panose="02040503050406030204" pitchFamily="18" charset="0"/>
                          </a:rPr>
                          <m:t>𝜮</m:t>
                        </m:r>
                        <m:r>
                          <a:rPr lang="en-US" sz="2000" b="1" i="1">
                            <a:latin typeface="Cambria Math" panose="02040503050406030204" pitchFamily="18" charset="0"/>
                          </a:rPr>
                          <m:t>𝒙</m:t>
                        </m:r>
                      </m:num>
                      <m:den>
                        <m:r>
                          <a:rPr lang="en-US" sz="2000" b="1" i="1">
                            <a:latin typeface="Cambria Math" panose="02040503050406030204" pitchFamily="18" charset="0"/>
                          </a:rPr>
                          <m:t>𝒏</m:t>
                        </m:r>
                      </m:den>
                    </m:f>
                  </m:oMath>
                </a14:m>
                <a:r>
                  <a:rPr lang="en-US" sz="2000" b="1" dirty="0"/>
                  <a:t> </a:t>
                </a:r>
                <a:endParaRPr lang="en-US" sz="2000" dirty="0"/>
              </a:p>
              <a:p>
                <a:pPr algn="l"/>
                <a:r>
                  <a:rPr lang="en-US" sz="1600" b="1" dirty="0"/>
                  <a:t>Step 6: </a:t>
                </a:r>
                <a:r>
                  <a:rPr lang="en-US" sz="1600" dirty="0"/>
                  <a:t>Display the equation of the best-fit line  </a:t>
                </a:r>
                <a:r>
                  <a:rPr lang="en-US" sz="1600" b="1" dirty="0"/>
                  <a:t>y= a+bx</a:t>
                </a:r>
                <a:endParaRPr lang="en-US" sz="1600" dirty="0"/>
              </a:p>
              <a:p>
                <a:pPr algn="l"/>
                <a:r>
                  <a:rPr lang="en-US" sz="1600" b="1" dirty="0"/>
                  <a:t>Step 7: </a:t>
                </a:r>
                <a:r>
                  <a:rPr lang="en-US" sz="1600" dirty="0"/>
                  <a:t>End</a:t>
                </a:r>
              </a:p>
              <a:p>
                <a:pPr algn="l"/>
                <a:r>
                  <a:rPr lang="en-US" sz="1600" b="1" u="sng" dirty="0"/>
                  <a:t>SOURCE CODE :</a:t>
                </a:r>
              </a:p>
              <a:p>
                <a:pPr algn="l"/>
                <a:r>
                  <a:rPr lang="en-US" sz="1600" dirty="0"/>
                  <a:t>#include &lt;stdio.h&gt;</a:t>
                </a:r>
              </a:p>
              <a:p>
                <a:pPr algn="l"/>
                <a:r>
                  <a:rPr lang="en-US" sz="1600" dirty="0"/>
                  <a:t>#include&lt;math.h&gt;</a:t>
                </a:r>
              </a:p>
              <a:p>
                <a:pPr algn="l"/>
                <a:r>
                  <a:rPr lang="en-US" sz="1600" dirty="0"/>
                  <a:t>int main() {</a:t>
                </a:r>
              </a:p>
              <a:p>
                <a:pPr algn="l"/>
                <a:r>
                  <a:rPr lang="en-US" sz="1600" dirty="0"/>
                  <a:t>    int n, i;</a:t>
                </a:r>
              </a:p>
              <a:p>
                <a:pPr algn="l"/>
                <a:r>
                  <a:rPr lang="en-US" sz="1600" dirty="0"/>
                  <a:t>    float x[100], y[100], a, b, sum_x = 0, sum_y = 0, sum_xy = 0, sum_x2 = 0;</a:t>
                </a:r>
              </a:p>
              <a:p>
                <a:pPr algn="l"/>
                <a:r>
                  <a:rPr lang="en-US" sz="1600" dirty="0"/>
                  <a:t>    printf("Enter the number of data points: ");</a:t>
                </a:r>
              </a:p>
              <a:p>
                <a:pPr algn="l"/>
                <a:r>
                  <a:rPr lang="en-US" sz="1600" dirty="0"/>
                  <a:t>    scanf("%d", &amp;n);</a:t>
                </a:r>
              </a:p>
              <a:p>
                <a:pPr algn="l"/>
                <a:r>
                  <a:rPr lang="en-US" sz="1600" dirty="0"/>
                  <a:t>printf("Enter the data points (x y):\n");</a:t>
                </a:r>
              </a:p>
              <a:p>
                <a:pPr algn="l"/>
                <a:r>
                  <a:rPr lang="en-US" sz="1600" dirty="0"/>
                  <a:t>    for (i = 0; i &lt; n; i++) {</a:t>
                </a:r>
              </a:p>
              <a:p>
                <a:pPr algn="l"/>
                <a:r>
                  <a:rPr lang="en-US" sz="1600" dirty="0"/>
                  <a:t>        scanf("%f %f", &amp;x[i], &amp;y[i]);</a:t>
                </a:r>
              </a:p>
              <a:p>
                <a:pPr algn="l"/>
                <a:r>
                  <a:rPr lang="en-US" sz="1600" dirty="0"/>
                  <a:t>        sum_x += x[i];</a:t>
                </a:r>
              </a:p>
              <a:p>
                <a:pPr algn="l"/>
                <a:r>
                  <a:rPr lang="en-US" sz="1600" dirty="0"/>
                  <a:t>        sum_y += y[i];</a:t>
                </a:r>
              </a:p>
              <a:p>
                <a:pPr algn="l"/>
                <a:r>
                  <a:rPr lang="en-US" sz="1600" dirty="0"/>
                  <a:t>        sum_xy += x[i] * y[i];</a:t>
                </a:r>
              </a:p>
              <a:p>
                <a:pPr algn="l"/>
                <a:r>
                  <a:rPr lang="en-US" sz="1600" dirty="0"/>
                  <a:t>        sum_x2 += x[i] * x[i];</a:t>
                </a:r>
                <a:br>
                  <a:rPr lang="en-US" sz="1600" dirty="0"/>
                </a:br>
                <a:r>
                  <a:rPr lang="en-US" sz="1600" dirty="0"/>
                  <a:t>    }</a:t>
                </a:r>
              </a:p>
              <a:p>
                <a:pPr algn="l"/>
                <a:r>
                  <a:rPr lang="en-US" sz="1600" dirty="0"/>
                  <a:t>    printf("\n\nS.N\t\tX\t\tY\t\tXY\t\tX^2\n");</a:t>
                </a:r>
              </a:p>
              <a:p>
                <a:pPr algn="l"/>
                <a:r>
                  <a:rPr lang="en-US" sz="1600" dirty="0"/>
                  <a:t>    printf("_________________________________________________\n”);</a:t>
                </a:r>
                <a:endParaRPr lang="en-US" sz="1600" b="1" u="sng" dirty="0"/>
              </a:p>
              <a:p>
                <a:pPr algn="l"/>
                <a:endParaRPr lang="en-US" sz="1600" dirty="0"/>
              </a:p>
              <a:p>
                <a:pPr lvl="1" algn="l"/>
                <a:endParaRPr lang="en-US" sz="1600" dirty="0"/>
              </a:p>
              <a:p>
                <a:pPr lvl="1" algn="l"/>
                <a:endParaRPr lang="en-US" sz="1600" dirty="0"/>
              </a:p>
              <a:p>
                <a:pPr algn="l"/>
                <a:endParaRPr lang="en-US" sz="1600" dirty="0"/>
              </a:p>
              <a:p>
                <a:pPr algn="l"/>
                <a:endParaRPr lang="en-US" sz="1600" dirty="0"/>
              </a:p>
              <a:p>
                <a:pPr algn="l"/>
                <a:endParaRPr lang="en-US" sz="1600" dirty="0"/>
              </a:p>
            </p:txBody>
          </p:sp>
        </mc:Choice>
        <mc:Fallback xmlns="">
          <p:sp>
            <p:nvSpPr>
              <p:cNvPr id="3" name="Subtitle 2">
                <a:extLst>
                  <a:ext uri="{FF2B5EF4-FFF2-40B4-BE49-F238E27FC236}">
                    <a16:creationId xmlns:a16="http://schemas.microsoft.com/office/drawing/2014/main" id="{EB73348D-3F58-4254-3D8C-1C1694AB217A}"/>
                  </a:ext>
                </a:extLst>
              </p:cNvPr>
              <p:cNvSpPr>
                <a:spLocks noGrp="1" noRot="1" noChangeAspect="1" noMove="1" noResize="1" noEditPoints="1" noAdjustHandles="1" noChangeArrowheads="1" noChangeShapeType="1" noTextEdit="1"/>
              </p:cNvSpPr>
              <p:nvPr>
                <p:ph type="subTitle" idx="1"/>
              </p:nvPr>
            </p:nvSpPr>
            <p:spPr>
              <a:xfrm>
                <a:off x="496389" y="378823"/>
                <a:ext cx="6544491" cy="10149840"/>
              </a:xfrm>
              <a:blipFill>
                <a:blip r:embed="rId2"/>
                <a:stretch>
                  <a:fillRect l="-466" t="-420"/>
                </a:stretch>
              </a:blipFill>
            </p:spPr>
            <p:txBody>
              <a:bodyPr/>
              <a:lstStyle/>
              <a:p>
                <a:r>
                  <a:rPr lang="en-US">
                    <a:noFill/>
                  </a:rPr>
                  <a:t> </a:t>
                </a:r>
              </a:p>
            </p:txBody>
          </p:sp>
        </mc:Fallback>
      </mc:AlternateContent>
    </p:spTree>
    <p:extLst>
      <p:ext uri="{BB962C8B-B14F-4D97-AF65-F5344CB8AC3E}">
        <p14:creationId xmlns:p14="http://schemas.microsoft.com/office/powerpoint/2010/main" val="44878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4B8572-C75E-0897-6945-240A2B21C623}"/>
              </a:ext>
            </a:extLst>
          </p:cNvPr>
          <p:cNvSpPr>
            <a:spLocks noGrp="1"/>
          </p:cNvSpPr>
          <p:nvPr>
            <p:ph idx="1"/>
          </p:nvPr>
        </p:nvSpPr>
        <p:spPr>
          <a:xfrm>
            <a:off x="528849" y="176189"/>
            <a:ext cx="6512032" cy="10274097"/>
          </a:xfrm>
        </p:spPr>
        <p:txBody>
          <a:bodyPr>
            <a:normAutofit fontScale="92500" lnSpcReduction="10000"/>
          </a:bodyPr>
          <a:lstStyle/>
          <a:p>
            <a:pPr marL="0" indent="0">
              <a:buNone/>
            </a:pPr>
            <a:r>
              <a:rPr lang="en-US" sz="1600" dirty="0"/>
              <a:t>          for (i = 0; i &lt; n; i++) {</a:t>
            </a:r>
          </a:p>
          <a:p>
            <a:pPr marL="0" indent="0">
              <a:buNone/>
            </a:pPr>
            <a:r>
              <a:rPr lang="en-US" sz="1600" dirty="0"/>
              <a:t> printf("%d\t\t%.2f\t\t%.2f\t\t%.2f\t\t%.2f\n",i, x[i], y[i], x[i] * y[i], x[i] * x[i]);</a:t>
            </a:r>
            <a:br>
              <a:rPr lang="en-US" sz="1600" dirty="0"/>
            </a:br>
            <a:r>
              <a:rPr lang="en-US" sz="1600" dirty="0"/>
              <a:t>    }</a:t>
            </a:r>
          </a:p>
          <a:p>
            <a:pPr marL="0" indent="0">
              <a:buNone/>
            </a:pPr>
            <a:r>
              <a:rPr lang="en-US" sz="1600" dirty="0"/>
              <a:t>    b = (n * sum_xy - sum_x * sum_y) / (n * sum_x2 - sum_x * sum_x);</a:t>
            </a:r>
          </a:p>
          <a:p>
            <a:pPr marL="0" indent="0">
              <a:buNone/>
            </a:pPr>
            <a:r>
              <a:rPr lang="en-US" sz="1600" dirty="0"/>
              <a:t>    a = (sum_y - b * sum_x) / n;</a:t>
            </a:r>
            <a:br>
              <a:rPr lang="en-US" sz="1600" dirty="0"/>
            </a:br>
            <a:r>
              <a:rPr lang="en-US" sz="1600" dirty="0"/>
              <a:t>    printf("The equation of the line is: y = %.2fx + %.2f\n", b, a);</a:t>
            </a:r>
            <a:br>
              <a:rPr lang="en-US" sz="1600" dirty="0"/>
            </a:br>
            <a:r>
              <a:rPr lang="en-US" sz="1600" dirty="0"/>
              <a:t>    return 0;</a:t>
            </a:r>
          </a:p>
          <a:p>
            <a:pPr marL="0" indent="0">
              <a:buNone/>
            </a:pPr>
            <a:r>
              <a:rPr lang="en-US" sz="1600" dirty="0"/>
              <a:t>}</a:t>
            </a:r>
          </a:p>
          <a:p>
            <a:pPr marL="0" indent="0">
              <a:buNone/>
            </a:pPr>
            <a:r>
              <a:rPr lang="en-US" sz="1600" b="1" u="sng" dirty="0"/>
              <a:t>OUTPUT :</a:t>
            </a:r>
          </a:p>
          <a:p>
            <a:pPr marL="0" indent="0">
              <a:buNone/>
            </a:pPr>
            <a:endParaRPr lang="en-US" sz="1600" b="1" u="sng" dirty="0"/>
          </a:p>
          <a:p>
            <a:pPr marL="0" indent="0">
              <a:buNone/>
            </a:pPr>
            <a:endParaRPr lang="en-US" sz="1600" b="1" u="sng" dirty="0"/>
          </a:p>
          <a:p>
            <a:pPr marL="0" indent="0">
              <a:buNone/>
            </a:pPr>
            <a:endParaRPr lang="en-US" sz="1600" b="1" u="sng" dirty="0"/>
          </a:p>
          <a:p>
            <a:pPr marL="0" indent="0">
              <a:buNone/>
            </a:pPr>
            <a:endParaRPr lang="en-US" sz="1600" b="1" u="sng" dirty="0"/>
          </a:p>
          <a:p>
            <a:pPr marL="0" indent="0">
              <a:buNone/>
            </a:pPr>
            <a:endParaRPr lang="en-US" sz="1600" b="1" u="sng" dirty="0"/>
          </a:p>
          <a:p>
            <a:pPr marL="0" indent="0">
              <a:buNone/>
            </a:pPr>
            <a:endParaRPr lang="en-US" sz="1600" b="1" u="sng" dirty="0"/>
          </a:p>
          <a:p>
            <a:pPr marL="0" indent="0">
              <a:buNone/>
            </a:pPr>
            <a:endParaRPr lang="en-US" sz="1600" b="1" u="sng" dirty="0"/>
          </a:p>
          <a:p>
            <a:pPr marL="0" indent="0">
              <a:buNone/>
            </a:pPr>
            <a:endParaRPr lang="en-US" sz="1600" b="1" u="sng" dirty="0"/>
          </a:p>
          <a:p>
            <a:pPr marL="0" indent="0">
              <a:buNone/>
            </a:pPr>
            <a:endParaRPr lang="en-US" sz="1600" b="1" u="sng" dirty="0"/>
          </a:p>
          <a:p>
            <a:pPr marL="0" indent="0">
              <a:buNone/>
            </a:pPr>
            <a:endParaRPr lang="en-US" sz="1600" b="1" u="sng" dirty="0"/>
          </a:p>
          <a:p>
            <a:pPr marL="0" indent="0">
              <a:buNone/>
            </a:pPr>
            <a:endParaRPr lang="en-US" sz="1700" b="1" u="sng" dirty="0">
              <a:latin typeface="+mj-lt"/>
            </a:endParaRPr>
          </a:p>
          <a:p>
            <a:pPr marL="0" indent="0">
              <a:buNone/>
            </a:pPr>
            <a:r>
              <a:rPr lang="en-US" sz="1700" dirty="0">
                <a:latin typeface="+mj-lt"/>
              </a:rPr>
              <a:t>//log10(y) = log10(a) + b * log10(x)</a:t>
            </a:r>
          </a:p>
          <a:p>
            <a:pPr marL="0" indent="0">
              <a:buNone/>
            </a:pPr>
            <a:r>
              <a:rPr lang="en-US" sz="1700" dirty="0">
                <a:latin typeface="+mj-lt"/>
              </a:rPr>
              <a:t>#include &lt;stdio.h&gt;</a:t>
            </a:r>
          </a:p>
          <a:p>
            <a:pPr marL="0" indent="0">
              <a:buNone/>
            </a:pPr>
            <a:r>
              <a:rPr lang="en-US" sz="1700" dirty="0">
                <a:latin typeface="+mj-lt"/>
              </a:rPr>
              <a:t>#include&lt;math.h&gt;</a:t>
            </a:r>
          </a:p>
          <a:p>
            <a:pPr marL="0" indent="0">
              <a:buNone/>
            </a:pPr>
            <a:r>
              <a:rPr lang="en-US" sz="1700" dirty="0">
                <a:latin typeface="+mj-lt"/>
              </a:rPr>
              <a:t>int main() {</a:t>
            </a:r>
          </a:p>
          <a:p>
            <a:pPr marL="0" indent="0">
              <a:buNone/>
            </a:pPr>
            <a:r>
              <a:rPr lang="en-US" sz="1700" dirty="0">
                <a:latin typeface="+mj-lt"/>
              </a:rPr>
              <a:t>    int n, i;</a:t>
            </a:r>
          </a:p>
          <a:p>
            <a:pPr marL="0" indent="0">
              <a:buNone/>
            </a:pPr>
            <a:r>
              <a:rPr lang="en-US" sz="1700" dirty="0">
                <a:latin typeface="+mj-lt"/>
              </a:rPr>
              <a:t>    float x[100], y[100], a, b, A, B, sum_x = 0, sum_y = 0, sum_xy = 0, </a:t>
            </a:r>
          </a:p>
          <a:p>
            <a:pPr marL="0" indent="0">
              <a:buNone/>
            </a:pPr>
            <a:r>
              <a:rPr lang="en-US" sz="1700" dirty="0">
                <a:latin typeface="+mj-lt"/>
              </a:rPr>
              <a:t>     sum_x2 = 0;</a:t>
            </a:r>
          </a:p>
          <a:p>
            <a:pPr marL="0" indent="0">
              <a:buNone/>
            </a:pPr>
            <a:r>
              <a:rPr lang="en-US" sz="1700" dirty="0">
                <a:latin typeface="+mj-lt"/>
              </a:rPr>
              <a:t>    printf("Enter the number of data points: ");</a:t>
            </a:r>
          </a:p>
          <a:p>
            <a:pPr marL="0" indent="0">
              <a:buNone/>
            </a:pPr>
            <a:r>
              <a:rPr lang="en-US" sz="1700" dirty="0">
                <a:latin typeface="+mj-lt"/>
              </a:rPr>
              <a:t>  scanf("%d", &amp;n);</a:t>
            </a:r>
          </a:p>
          <a:p>
            <a:pPr marL="0" indent="0">
              <a:buNone/>
            </a:pPr>
            <a:r>
              <a:rPr lang="en-US" sz="1700" dirty="0">
                <a:latin typeface="+mj-lt"/>
              </a:rPr>
              <a:t>    printf("Enter the data points (x y):\n");</a:t>
            </a:r>
          </a:p>
          <a:p>
            <a:pPr marL="0" indent="0">
              <a:buNone/>
            </a:pPr>
            <a:r>
              <a:rPr lang="en-US" sz="1700" dirty="0">
                <a:latin typeface="+mj-lt"/>
              </a:rPr>
              <a:t>    for (i = 0; i &lt; n; i++) {</a:t>
            </a:r>
          </a:p>
          <a:p>
            <a:pPr marL="0" indent="0">
              <a:buNone/>
            </a:pPr>
            <a:r>
              <a:rPr lang="en-US" sz="1700" dirty="0">
                <a:latin typeface="+mj-lt"/>
              </a:rPr>
              <a:t>        scanf("%f %f", &amp;x[i], &amp;y[i]);</a:t>
            </a:r>
          </a:p>
          <a:p>
            <a:pPr marL="0" indent="0">
              <a:buNone/>
            </a:pPr>
            <a:r>
              <a:rPr lang="en-US" sz="1700" dirty="0">
                <a:latin typeface="+mj-lt"/>
              </a:rPr>
              <a:t>        sum_x += log(x[i]);</a:t>
            </a:r>
          </a:p>
          <a:p>
            <a:pPr marL="0" indent="0">
              <a:buNone/>
            </a:pPr>
            <a:r>
              <a:rPr lang="en-US" sz="1700" dirty="0">
                <a:latin typeface="+mj-lt"/>
              </a:rPr>
              <a:t>        sum_y += log(y[i]);</a:t>
            </a:r>
          </a:p>
          <a:p>
            <a:pPr marL="0" indent="0">
              <a:buNone/>
            </a:pPr>
            <a:r>
              <a:rPr lang="en-US" sz="1700" dirty="0">
                <a:latin typeface="+mj-lt"/>
              </a:rPr>
              <a:t>        sum_xy += log(x[i]) * log(y[i]);</a:t>
            </a:r>
          </a:p>
          <a:p>
            <a:pPr marL="0" indent="0">
              <a:buNone/>
            </a:pPr>
            <a:r>
              <a:rPr lang="en-US" sz="1700" dirty="0">
                <a:latin typeface="+mj-lt"/>
              </a:rPr>
              <a:t>        sum_x2 += log(x[i]) * log(x[i]);</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p:txBody>
      </p:sp>
      <p:pic>
        <p:nvPicPr>
          <p:cNvPr id="5" name="Picture 4">
            <a:extLst>
              <a:ext uri="{FF2B5EF4-FFF2-40B4-BE49-F238E27FC236}">
                <a16:creationId xmlns:a16="http://schemas.microsoft.com/office/drawing/2014/main" id="{4E779B1C-2E51-1F73-50A2-FB46EDB89E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001" y="2405416"/>
            <a:ext cx="5147478" cy="2943665"/>
          </a:xfrm>
          <a:prstGeom prst="rect">
            <a:avLst/>
          </a:prstGeom>
        </p:spPr>
      </p:pic>
    </p:spTree>
    <p:extLst>
      <p:ext uri="{BB962C8B-B14F-4D97-AF65-F5344CB8AC3E}">
        <p14:creationId xmlns:p14="http://schemas.microsoft.com/office/powerpoint/2010/main" val="1707227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68A0238-AD7F-61F7-D103-111E464B0A4B}"/>
              </a:ext>
            </a:extLst>
          </p:cNvPr>
          <p:cNvSpPr>
            <a:spLocks noGrp="1"/>
          </p:cNvSpPr>
          <p:nvPr>
            <p:ph type="subTitle" idx="1"/>
          </p:nvPr>
        </p:nvSpPr>
        <p:spPr>
          <a:xfrm>
            <a:off x="431074" y="313508"/>
            <a:ext cx="6714309" cy="10045337"/>
          </a:xfrm>
        </p:spPr>
        <p:txBody>
          <a:bodyPr>
            <a:noAutofit/>
          </a:bodyPr>
          <a:lstStyle/>
          <a:p>
            <a:pPr algn="l"/>
            <a:r>
              <a:rPr lang="en-US" sz="1600" dirty="0">
                <a:latin typeface="+mj-lt"/>
              </a:rPr>
              <a:t>  }</a:t>
            </a:r>
          </a:p>
          <a:p>
            <a:pPr algn="l"/>
            <a:r>
              <a:rPr lang="en-US" sz="1600" dirty="0">
                <a:latin typeface="+mj-lt"/>
              </a:rPr>
              <a:t>    printf("\n\nS.N\t\tX\t\tY\t\tXY\t\tX^2\n");</a:t>
            </a:r>
          </a:p>
          <a:p>
            <a:pPr algn="l"/>
            <a:r>
              <a:rPr lang="en-US" sz="1600" dirty="0">
                <a:latin typeface="+mj-lt"/>
              </a:rPr>
              <a:t>    printf("______________________________________________\ n"); </a:t>
            </a:r>
          </a:p>
          <a:p>
            <a:pPr algn="l"/>
            <a:r>
              <a:rPr lang="en-US" sz="1600" dirty="0">
                <a:latin typeface="+mj-lt"/>
              </a:rPr>
              <a:t>        for (i = 0; i &lt; n; i++) {</a:t>
            </a:r>
          </a:p>
          <a:p>
            <a:pPr algn="l"/>
            <a:r>
              <a:rPr lang="en-US" sz="1600" dirty="0">
                <a:latin typeface="+mj-lt"/>
              </a:rPr>
              <a:t>       printf("%d\t\t%.2f\t\t%.2f\t\t%.2f\t\t%.2f\n", i, log(x[i]), log(y[i]),    log(x[i]) * log(y[i]), log(x[i]) * log(x[i]));</a:t>
            </a:r>
            <a:br>
              <a:rPr lang="en-US" sz="1600" dirty="0">
                <a:latin typeface="+mj-lt"/>
              </a:rPr>
            </a:br>
            <a:r>
              <a:rPr lang="en-US" sz="1600" dirty="0">
                <a:latin typeface="+mj-lt"/>
              </a:rPr>
              <a:t>    }</a:t>
            </a:r>
          </a:p>
          <a:p>
            <a:pPr algn="l"/>
            <a:r>
              <a:rPr lang="pt-BR" sz="1600" dirty="0">
                <a:latin typeface="+mj-lt"/>
              </a:rPr>
              <a:t> b = (n * sum_xy - sum_x * sum_y) / (n * sum_x2 - sum_x * sum_x);</a:t>
            </a:r>
          </a:p>
          <a:p>
            <a:pPr algn="l"/>
            <a:r>
              <a:rPr lang="pt-BR" sz="1600" dirty="0">
                <a:latin typeface="+mj-lt"/>
              </a:rPr>
              <a:t>    A = (sum_y - b * sum_x) / n;</a:t>
            </a:r>
          </a:p>
          <a:p>
            <a:pPr algn="l"/>
            <a:r>
              <a:rPr lang="pt-BR" sz="1600" dirty="0">
                <a:latin typeface="+mj-lt"/>
              </a:rPr>
              <a:t>    a = exp(A);</a:t>
            </a:r>
          </a:p>
          <a:p>
            <a:pPr algn="l"/>
            <a:r>
              <a:rPr lang="en-US" sz="1600" dirty="0">
                <a:latin typeface="+mj-lt"/>
              </a:rPr>
              <a:t>    printf("The equation of the line is: y = %.2fx^(%.2f)\n", b, a);</a:t>
            </a:r>
            <a:br>
              <a:rPr lang="en-US" sz="1600" dirty="0">
                <a:latin typeface="+mj-lt"/>
              </a:rPr>
            </a:br>
            <a:r>
              <a:rPr lang="en-US" sz="1600" dirty="0">
                <a:latin typeface="+mj-lt"/>
              </a:rPr>
              <a:t>    return 0;</a:t>
            </a:r>
          </a:p>
          <a:p>
            <a:pPr algn="l"/>
            <a:r>
              <a:rPr lang="en-US" sz="1600" dirty="0">
                <a:latin typeface="+mj-lt"/>
              </a:rPr>
              <a:t>}</a:t>
            </a:r>
          </a:p>
          <a:p>
            <a:pPr algn="l"/>
            <a:r>
              <a:rPr lang="en-US" sz="1600" b="1" u="sng" dirty="0">
                <a:latin typeface="+mj-lt"/>
              </a:rPr>
              <a:t>OUTPUT :</a:t>
            </a:r>
          </a:p>
          <a:p>
            <a:pPr algn="l"/>
            <a:endParaRPr lang="en-US" sz="1600" b="1" u="sng" dirty="0">
              <a:latin typeface="+mj-lt"/>
            </a:endParaRPr>
          </a:p>
          <a:p>
            <a:pPr algn="l"/>
            <a:endParaRPr lang="en-US" sz="1600" b="1" u="sng" dirty="0">
              <a:latin typeface="+mj-lt"/>
            </a:endParaRPr>
          </a:p>
          <a:p>
            <a:pPr algn="l"/>
            <a:endParaRPr lang="en-US" sz="1600" b="1" u="sng" dirty="0">
              <a:latin typeface="+mj-lt"/>
            </a:endParaRPr>
          </a:p>
          <a:p>
            <a:pPr algn="l"/>
            <a:endParaRPr lang="en-US" sz="1600" b="1" u="sng" dirty="0">
              <a:latin typeface="+mj-lt"/>
            </a:endParaRPr>
          </a:p>
          <a:p>
            <a:pPr algn="l"/>
            <a:endParaRPr lang="en-US" sz="1600" b="1" u="sng" dirty="0">
              <a:latin typeface="+mj-lt"/>
            </a:endParaRPr>
          </a:p>
          <a:p>
            <a:pPr algn="l"/>
            <a:endParaRPr lang="en-US" sz="1600" b="1" u="sng" dirty="0">
              <a:latin typeface="+mj-lt"/>
            </a:endParaRPr>
          </a:p>
          <a:p>
            <a:pPr algn="l"/>
            <a:endParaRPr lang="en-US" sz="1600" b="1" u="sng" dirty="0">
              <a:latin typeface="+mj-lt"/>
            </a:endParaRPr>
          </a:p>
          <a:p>
            <a:pPr algn="l"/>
            <a:endParaRPr lang="en-US" sz="1600" b="1" u="sng" dirty="0">
              <a:latin typeface="+mj-lt"/>
            </a:endParaRPr>
          </a:p>
          <a:p>
            <a:pPr algn="l"/>
            <a:endParaRPr lang="en-US" sz="1600" b="1" u="sng" dirty="0">
              <a:latin typeface="+mj-lt"/>
            </a:endParaRPr>
          </a:p>
          <a:p>
            <a:pPr algn="l"/>
            <a:endParaRPr lang="en-US" sz="1600" b="1" u="sng" dirty="0">
              <a:latin typeface="+mj-lt"/>
            </a:endParaRPr>
          </a:p>
          <a:p>
            <a:pPr algn="l"/>
            <a:endParaRPr lang="en-US" sz="1600" b="1" u="sng" dirty="0">
              <a:latin typeface="+mj-lt"/>
            </a:endParaRPr>
          </a:p>
          <a:p>
            <a:pPr algn="l"/>
            <a:endParaRPr lang="en-US" sz="1600" b="1" u="sng" dirty="0">
              <a:latin typeface="+mj-lt"/>
            </a:endParaRPr>
          </a:p>
          <a:p>
            <a:pPr algn="l"/>
            <a:r>
              <a:rPr lang="en-US" sz="1600" b="1" u="sng" dirty="0">
                <a:latin typeface="+mj-lt"/>
              </a:rPr>
              <a:t>DISCUSSION &amp; CONCLUSION :</a:t>
            </a:r>
          </a:p>
          <a:p>
            <a:pPr algn="l"/>
            <a:r>
              <a:rPr lang="en-US" sz="1600" dirty="0">
                <a:latin typeface="+mj-lt"/>
              </a:rPr>
              <a:t>The analysis was conducted to fit the curve using regression techniques. The data points were collected and transformed using logarithmic scales to linearize the relationship. Calculations were performed to determine the coefficients of the model, which successfully represented the relationship between variables. The results showed that the fitted equation accurately described the data trend, confirming the effectiveness of the method. Overall, the approach was validated and provided reliable predictions based on the observed data.</a:t>
            </a:r>
            <a:br>
              <a:rPr lang="en-US" sz="1600" dirty="0">
                <a:latin typeface="+mj-lt"/>
              </a:rPr>
            </a:br>
            <a:endParaRPr lang="en-US" sz="1600" dirty="0">
              <a:latin typeface="+mj-lt"/>
            </a:endParaRPr>
          </a:p>
          <a:p>
            <a:pPr algn="l"/>
            <a:endParaRPr lang="en-US" sz="1600" dirty="0">
              <a:latin typeface="+mj-lt"/>
            </a:endParaRPr>
          </a:p>
        </p:txBody>
      </p:sp>
      <p:pic>
        <p:nvPicPr>
          <p:cNvPr id="7" name="Picture 6">
            <a:extLst>
              <a:ext uri="{FF2B5EF4-FFF2-40B4-BE49-F238E27FC236}">
                <a16:creationId xmlns:a16="http://schemas.microsoft.com/office/drawing/2014/main" id="{D221747D-C3D2-2FA3-6CE2-CEC050F48B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238" y="4536618"/>
            <a:ext cx="6295979" cy="3643017"/>
          </a:xfrm>
          <a:prstGeom prst="rect">
            <a:avLst/>
          </a:prstGeom>
        </p:spPr>
      </p:pic>
    </p:spTree>
    <p:extLst>
      <p:ext uri="{BB962C8B-B14F-4D97-AF65-F5344CB8AC3E}">
        <p14:creationId xmlns:p14="http://schemas.microsoft.com/office/powerpoint/2010/main" val="16710073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143</TotalTime>
  <Words>1265</Words>
  <Application>Microsoft Office PowerPoint</Application>
  <PresentationFormat>Custom</PresentationFormat>
  <Paragraphs>133</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Arial Narrow</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oshan bajracharya</dc:creator>
  <cp:lastModifiedBy>oshan bajracharya</cp:lastModifiedBy>
  <cp:revision>3</cp:revision>
  <dcterms:created xsi:type="dcterms:W3CDTF">2025-06-12T05:36:41Z</dcterms:created>
  <dcterms:modified xsi:type="dcterms:W3CDTF">2025-06-19T01:01:44Z</dcterms:modified>
</cp:coreProperties>
</file>